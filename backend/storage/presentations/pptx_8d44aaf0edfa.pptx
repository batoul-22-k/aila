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Engagement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SmartClass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863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Which option best matches the key concept highlighted in the lecture about Slide?</a:t>
            </a:r>
          </a:p>
          <a:p>
            <a:pPr>
              <a:defRPr sz="1800"/>
            </a:pPr>
            <a:r>
              <a:t>- Slide</a:t>
            </a:r>
          </a:p>
          <a:p>
            <a:pPr>
              <a:defRPr sz="1800"/>
            </a:pPr>
            <a:r>
              <a:t>- A distractor concept</a:t>
            </a:r>
          </a:p>
          <a:p>
            <a:pPr>
              <a:defRPr sz="1800"/>
            </a:pPr>
            <a:r>
              <a:t>- An unrelated detail</a:t>
            </a:r>
          </a:p>
          <a:p>
            <a:pPr>
              <a:defRPr sz="1800"/>
            </a:pPr>
            <a:r>
              <a:t>- A partial example</a:t>
            </a:r>
          </a:p>
          <a:p>
            <a:pPr>
              <a:defRPr sz="1400"/>
            </a:pPr>
            <a:r>
              <a:t>Bloom: Remember | Difficulty: Easy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863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Which option best matches the key concept highlighted in the lecture about Engagement?</a:t>
            </a:r>
          </a:p>
          <a:p>
            <a:pPr>
              <a:defRPr sz="1800"/>
            </a:pPr>
            <a:r>
              <a:t>- Engagement</a:t>
            </a:r>
          </a:p>
          <a:p>
            <a:pPr>
              <a:defRPr sz="1800"/>
            </a:pPr>
            <a:r>
              <a:t>- A distractor concept</a:t>
            </a:r>
          </a:p>
          <a:p>
            <a:pPr>
              <a:defRPr sz="1800"/>
            </a:pPr>
            <a:r>
              <a:t>- An unrelated detail</a:t>
            </a:r>
          </a:p>
          <a:p>
            <a:pPr>
              <a:defRPr sz="1800"/>
            </a:pPr>
            <a:r>
              <a:t>- A partial example</a:t>
            </a:r>
          </a:p>
          <a:p>
            <a:pPr>
              <a:defRPr sz="1400"/>
            </a:pPr>
            <a:r>
              <a:t>Bloom: Understand | Difficulty: Easy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863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What is the first concept that the lecture content highlights?</a:t>
            </a:r>
          </a:p>
          <a:p>
            <a:pPr>
              <a:defRPr sz="1800"/>
            </a:pPr>
            <a:r>
              <a:t>- Concept A</a:t>
            </a:r>
          </a:p>
          <a:p>
            <a:pPr>
              <a:defRPr sz="1800"/>
            </a:pPr>
            <a:r>
              <a:t>- Concept B</a:t>
            </a:r>
          </a:p>
          <a:p>
            <a:pPr>
              <a:defRPr sz="1800"/>
            </a:pPr>
            <a:r>
              <a:t>- Concept C</a:t>
            </a:r>
          </a:p>
          <a:p>
            <a:pPr>
              <a:defRPr sz="1800"/>
            </a:pPr>
            <a:r>
              <a:t>- Concept D</a:t>
            </a:r>
          </a:p>
          <a:p>
            <a:pPr>
              <a:defRPr sz="1400"/>
            </a:pPr>
            <a:r>
              <a:t>Bloom: Apply | Difficulty: Easy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863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Which option best matches the key concept highlighted in the lecture about Slides?</a:t>
            </a:r>
          </a:p>
          <a:p>
            <a:pPr>
              <a:defRPr sz="1400"/>
            </a:pPr>
            <a:r>
              <a:t>Bloom: Analyze | Difficulty: Easy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