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Engagement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Which option best matches the key concept highlighted in the lecture about Page?</a:t>
            </a:r>
          </a:p>
          <a:p>
            <a:pPr>
              <a:defRPr sz="1800"/>
            </a:pPr>
            <a:r>
              <a:t>- Page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Remember | Difficulty: Easy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What is the proposed three-stage architecture for smart education analytical framework?</a:t>
            </a:r>
          </a:p>
          <a:p>
            <a:pPr>
              <a:defRPr sz="1800"/>
            </a:pPr>
            <a:r>
              <a:t>- Engagement generation, participation tracking, and predictive analytics.</a:t>
            </a:r>
          </a:p>
          <a:p>
            <a:pPr>
              <a:defRPr sz="1800"/>
            </a:pPr>
            <a:r>
              <a:t>- AI engagement generation, live sessions during class, and analysis &amp; prediction.</a:t>
            </a:r>
          </a:p>
          <a:p>
            <a:pPr>
              <a:defRPr sz="1800"/>
            </a:pPr>
            <a:r>
              <a:t>- AI engagement generation, interactive questions, and predictive analytics.</a:t>
            </a:r>
          </a:p>
          <a:p>
            <a:pPr>
              <a:defRPr sz="1800"/>
            </a:pPr>
            <a:r>
              <a:t>- AI engagement generation, interactive questions, real-time participation tracking, and predictive analytics.</a:t>
            </a:r>
          </a:p>
          <a:p>
            <a:pPr>
              <a:defRPr sz="1400"/>
            </a:pPr>
            <a:r>
              <a:t>Bloom: Understand | Difficulty: Easy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863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What is the proposed three-stage architecture for smart education analytical framework?</a:t>
            </a:r>
          </a:p>
          <a:p>
            <a:pPr>
              <a:defRPr sz="1800"/>
            </a:pPr>
            <a:r>
              <a:t>- Generative AI automatically generates interactive questions out of lecture material, ready for immediate use in class.</a:t>
            </a:r>
          </a:p>
          <a:p>
            <a:pPr>
              <a:defRPr sz="1800"/>
            </a:pPr>
            <a:r>
              <a:t>- Participation tracking collects real-time student responses via QR-based live sessions during class, and analysis &amp; prediction guides instructor and admin decisions.</a:t>
            </a:r>
          </a:p>
          <a:p>
            <a:pPr>
              <a:defRPr sz="1800"/>
            </a:pPr>
            <a:r>
              <a:t>- AI Engagement Generation automatically converts static lecture material into interactive classroom engagements, ready for immediate use in the classroom.</a:t>
            </a:r>
          </a:p>
          <a:p>
            <a:pPr>
              <a:defRPr sz="1800"/>
            </a:pPr>
            <a:r>
              <a:t>- Interactive</a:t>
            </a:r>
          </a:p>
          <a:p>
            <a:pPr>
              <a:defRPr sz="1400"/>
            </a:pPr>
            <a:r>
              <a:t>Bloom: Apply | Difficulty: Easy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