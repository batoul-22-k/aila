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handoutMasterIdLst>
    <p:handoutMasterId r:id="rId56"/>
  </p:handoutMasterIdLst>
  <p:sldIdLst>
    <p:sldId id="534" r:id="rId2"/>
    <p:sldId id="730" r:id="rId3"/>
    <p:sldId id="590" r:id="rId4"/>
    <p:sldId id="729" r:id="rId5"/>
    <p:sldId id="691" r:id="rId6"/>
    <p:sldId id="686" r:id="rId7"/>
    <p:sldId id="728" r:id="rId8"/>
    <p:sldId id="688" r:id="rId9"/>
    <p:sldId id="727" r:id="rId10"/>
    <p:sldId id="689" r:id="rId11"/>
    <p:sldId id="690" r:id="rId12"/>
    <p:sldId id="687" r:id="rId13"/>
    <p:sldId id="692" r:id="rId14"/>
    <p:sldId id="693" r:id="rId15"/>
    <p:sldId id="694" r:id="rId16"/>
    <p:sldId id="630" r:id="rId17"/>
    <p:sldId id="682" r:id="rId18"/>
    <p:sldId id="695" r:id="rId19"/>
    <p:sldId id="696" r:id="rId20"/>
    <p:sldId id="697" r:id="rId21"/>
    <p:sldId id="698" r:id="rId22"/>
    <p:sldId id="699" r:id="rId23"/>
    <p:sldId id="700" r:id="rId24"/>
    <p:sldId id="701" r:id="rId25"/>
    <p:sldId id="702" r:id="rId26"/>
    <p:sldId id="703" r:id="rId27"/>
    <p:sldId id="704" r:id="rId28"/>
    <p:sldId id="685" r:id="rId29"/>
    <p:sldId id="705" r:id="rId30"/>
    <p:sldId id="706" r:id="rId31"/>
    <p:sldId id="707" r:id="rId32"/>
    <p:sldId id="708" r:id="rId33"/>
    <p:sldId id="709" r:id="rId34"/>
    <p:sldId id="710" r:id="rId35"/>
    <p:sldId id="711" r:id="rId36"/>
    <p:sldId id="712" r:id="rId37"/>
    <p:sldId id="713" r:id="rId38"/>
    <p:sldId id="714" r:id="rId39"/>
    <p:sldId id="715" r:id="rId40"/>
    <p:sldId id="716" r:id="rId41"/>
    <p:sldId id="717" r:id="rId42"/>
    <p:sldId id="718" r:id="rId43"/>
    <p:sldId id="719" r:id="rId44"/>
    <p:sldId id="720" r:id="rId45"/>
    <p:sldId id="721" r:id="rId46"/>
    <p:sldId id="722" r:id="rId47"/>
    <p:sldId id="723" r:id="rId48"/>
    <p:sldId id="724" r:id="rId49"/>
    <p:sldId id="725" r:id="rId50"/>
    <p:sldId id="598" r:id="rId51"/>
    <p:sldId id="726" r:id="rId52"/>
    <p:sldId id="683" r:id="rId53"/>
    <p:sldId id="631" r:id="rId5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322"/>
    <a:srgbClr val="003366"/>
    <a:srgbClr val="99CC99"/>
    <a:srgbClr val="F0F0F0"/>
    <a:srgbClr val="E4E4CA"/>
    <a:srgbClr val="DFDFDF"/>
    <a:srgbClr val="00AF4C"/>
    <a:srgbClr val="000000"/>
    <a:srgbClr val="FFFFFF"/>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10" autoAdjust="0"/>
    <p:restoredTop sz="91771" autoAdjust="0"/>
  </p:normalViewPr>
  <p:slideViewPr>
    <p:cSldViewPr>
      <p:cViewPr varScale="1">
        <p:scale>
          <a:sx n="75" d="100"/>
          <a:sy n="75" d="100"/>
        </p:scale>
        <p:origin x="2054" y="53"/>
      </p:cViewPr>
      <p:guideLst>
        <p:guide orient="horz" pos="2160"/>
        <p:guide pos="27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36FB83-E0BA-4259-AB8B-AEB551AC0FF4}" type="doc">
      <dgm:prSet loTypeId="urn:microsoft.com/office/officeart/2005/8/layout/chevron2" loCatId="process" qsTypeId="urn:microsoft.com/office/officeart/2005/8/quickstyle/simple1" qsCatId="simple" csTypeId="urn:microsoft.com/office/officeart/2005/8/colors/accent0_1" csCatId="mainScheme" phldr="1"/>
      <dgm:spPr/>
      <dgm:t>
        <a:bodyPr/>
        <a:lstStyle/>
        <a:p>
          <a:endParaRPr lang="en-US"/>
        </a:p>
      </dgm:t>
    </dgm:pt>
    <dgm:pt modelId="{E36DEDB4-2B5A-4827-8EB6-9304BB7037E6}">
      <dgm:prSet custT="1"/>
      <dgm:spPr/>
      <dgm:t>
        <a:bodyPr/>
        <a:lstStyle/>
        <a:p>
          <a:pPr rtl="0"/>
          <a:r>
            <a:rPr lang="en-US" sz="2000" b="1" dirty="0"/>
            <a:t>On-Node Detection:</a:t>
          </a:r>
          <a:endParaRPr lang="en-US" sz="2000" dirty="0"/>
        </a:p>
      </dgm:t>
    </dgm:pt>
    <dgm:pt modelId="{4A2501C6-E2C9-4112-83A1-C728CB8819BF}" type="parTrans" cxnId="{B2EE383D-E7EE-4CA9-839E-20DA6E7BF5E5}">
      <dgm:prSet/>
      <dgm:spPr/>
      <dgm:t>
        <a:bodyPr/>
        <a:lstStyle/>
        <a:p>
          <a:endParaRPr lang="en-US"/>
        </a:p>
      </dgm:t>
    </dgm:pt>
    <dgm:pt modelId="{A368E7E1-52E4-4741-A40D-1329F11799BC}" type="sibTrans" cxnId="{B2EE383D-E7EE-4CA9-839E-20DA6E7BF5E5}">
      <dgm:prSet/>
      <dgm:spPr/>
      <dgm:t>
        <a:bodyPr/>
        <a:lstStyle/>
        <a:p>
          <a:endParaRPr lang="en-US"/>
        </a:p>
      </dgm:t>
    </dgm:pt>
    <dgm:pt modelId="{4B832C31-D9EC-44E3-83D0-D8CD6897C6C3}">
      <dgm:prSet custT="1"/>
      <dgm:spPr/>
      <dgm:t>
        <a:bodyPr/>
        <a:lstStyle/>
        <a:p>
          <a:pPr rtl="0"/>
          <a:r>
            <a:rPr lang="en-US" sz="2000" b="1" dirty="0"/>
            <a:t>On-Server Detection</a:t>
          </a:r>
          <a:r>
            <a:rPr lang="en-US" sz="2000" dirty="0"/>
            <a:t>:</a:t>
          </a:r>
        </a:p>
      </dgm:t>
    </dgm:pt>
    <dgm:pt modelId="{7C4A3C14-0D02-4D42-A324-F99815E4CD3C}" type="parTrans" cxnId="{FF413B0D-ED2B-4459-AFA3-BA1971EE279A}">
      <dgm:prSet/>
      <dgm:spPr/>
      <dgm:t>
        <a:bodyPr/>
        <a:lstStyle/>
        <a:p>
          <a:endParaRPr lang="en-US"/>
        </a:p>
      </dgm:t>
    </dgm:pt>
    <dgm:pt modelId="{6C72555F-1F93-4775-AAB1-4EC0459FA310}" type="sibTrans" cxnId="{FF413B0D-ED2B-4459-AFA3-BA1971EE279A}">
      <dgm:prSet/>
      <dgm:spPr/>
      <dgm:t>
        <a:bodyPr/>
        <a:lstStyle/>
        <a:p>
          <a:endParaRPr lang="en-US"/>
        </a:p>
      </dgm:t>
    </dgm:pt>
    <dgm:pt modelId="{52157CAB-C7C6-4D26-8250-2AE5FF874DC9}">
      <dgm:prSet custT="1"/>
      <dgm:spPr/>
      <dgm:t>
        <a:bodyPr/>
        <a:lstStyle/>
        <a:p>
          <a:pPr algn="just" rtl="0"/>
          <a:r>
            <a:rPr lang="en-US" sz="1600" b="1" dirty="0"/>
            <a:t> </a:t>
          </a:r>
          <a:r>
            <a:rPr lang="en-US" sz="1600" dirty="0"/>
            <a:t>Detection is performed directly on the </a:t>
          </a:r>
          <a:r>
            <a:rPr lang="en-US" sz="1600" dirty="0" err="1"/>
            <a:t>IoT</a:t>
          </a:r>
          <a:r>
            <a:rPr lang="en-US" sz="1600" dirty="0"/>
            <a:t> device (node). </a:t>
          </a:r>
        </a:p>
      </dgm:t>
    </dgm:pt>
    <dgm:pt modelId="{011357B4-D842-4C02-83E8-CD74FD87F976}" type="parTrans" cxnId="{AB4DDB23-DAE1-4053-B18C-F51E5D8DF69E}">
      <dgm:prSet/>
      <dgm:spPr/>
      <dgm:t>
        <a:bodyPr/>
        <a:lstStyle/>
        <a:p>
          <a:endParaRPr lang="en-US"/>
        </a:p>
      </dgm:t>
    </dgm:pt>
    <dgm:pt modelId="{334759DD-97DC-427C-883C-7B0DD969EC4B}" type="sibTrans" cxnId="{AB4DDB23-DAE1-4053-B18C-F51E5D8DF69E}">
      <dgm:prSet/>
      <dgm:spPr/>
      <dgm:t>
        <a:bodyPr/>
        <a:lstStyle/>
        <a:p>
          <a:endParaRPr lang="en-US"/>
        </a:p>
      </dgm:t>
    </dgm:pt>
    <dgm:pt modelId="{76EEE765-008B-4A38-8550-54C631FD1937}">
      <dgm:prSet custT="1"/>
      <dgm:spPr/>
      <dgm:t>
        <a:bodyPr/>
        <a:lstStyle/>
        <a:p>
          <a:pPr algn="just" rtl="0"/>
          <a:r>
            <a:rPr lang="en-US" sz="1600" dirty="0"/>
            <a:t>Detection is performed on a central server, which collects and analyzes data from multiple </a:t>
          </a:r>
          <a:r>
            <a:rPr lang="en-US" sz="1600" dirty="0" err="1"/>
            <a:t>IoT</a:t>
          </a:r>
          <a:r>
            <a:rPr lang="en-US" sz="1600" dirty="0"/>
            <a:t> devices.</a:t>
          </a:r>
        </a:p>
      </dgm:t>
    </dgm:pt>
    <dgm:pt modelId="{5FEBD1FC-33C8-44FA-BF1A-6F047A312249}" type="parTrans" cxnId="{26FE07A9-B4EE-4CAF-AC3E-460EBC7DAEF6}">
      <dgm:prSet/>
      <dgm:spPr/>
      <dgm:t>
        <a:bodyPr/>
        <a:lstStyle/>
        <a:p>
          <a:endParaRPr lang="en-US"/>
        </a:p>
      </dgm:t>
    </dgm:pt>
    <dgm:pt modelId="{29FD6138-FBB6-4B89-9872-DAA312821C97}" type="sibTrans" cxnId="{26FE07A9-B4EE-4CAF-AC3E-460EBC7DAEF6}">
      <dgm:prSet/>
      <dgm:spPr/>
      <dgm:t>
        <a:bodyPr/>
        <a:lstStyle/>
        <a:p>
          <a:endParaRPr lang="en-US"/>
        </a:p>
      </dgm:t>
    </dgm:pt>
    <dgm:pt modelId="{7C69C0BC-5CC3-4E36-95CE-21EC4AA78A31}">
      <dgm:prSet custT="1"/>
      <dgm:spPr/>
      <dgm:t>
        <a:bodyPr/>
        <a:lstStyle/>
        <a:p>
          <a:pPr algn="just" rtl="0"/>
          <a:r>
            <a:rPr lang="en-US" sz="1600" dirty="0"/>
            <a:t>It provides real-time threat monitoring and response locally, reducing latency.</a:t>
          </a:r>
        </a:p>
      </dgm:t>
    </dgm:pt>
    <dgm:pt modelId="{43B22A33-CECC-49B8-8ED7-D547959DC3DD}" type="parTrans" cxnId="{4F7A52AE-8099-448E-9F49-C91388E38C10}">
      <dgm:prSet/>
      <dgm:spPr/>
      <dgm:t>
        <a:bodyPr/>
        <a:lstStyle/>
        <a:p>
          <a:endParaRPr lang="en-US"/>
        </a:p>
      </dgm:t>
    </dgm:pt>
    <dgm:pt modelId="{75A2128A-EA81-4E25-8C00-F4DADE90070D}" type="sibTrans" cxnId="{4F7A52AE-8099-448E-9F49-C91388E38C10}">
      <dgm:prSet/>
      <dgm:spPr/>
      <dgm:t>
        <a:bodyPr/>
        <a:lstStyle/>
        <a:p>
          <a:endParaRPr lang="en-US"/>
        </a:p>
      </dgm:t>
    </dgm:pt>
    <dgm:pt modelId="{669FBFB7-61DD-4924-87D5-AD02129CC573}">
      <dgm:prSet custT="1"/>
      <dgm:spPr/>
      <dgm:t>
        <a:bodyPr/>
        <a:lstStyle/>
        <a:p>
          <a:pPr algn="just" rtl="0"/>
          <a:r>
            <a:rPr lang="en-US" sz="1600" dirty="0"/>
            <a:t>It is often limited by the device's computational power and battery life.</a:t>
          </a:r>
        </a:p>
      </dgm:t>
    </dgm:pt>
    <dgm:pt modelId="{22E36DC2-DF5F-4A5C-940B-239DCD61C3E6}" type="parTrans" cxnId="{278179B6-BEB3-4104-96EF-DA2CCCEE4610}">
      <dgm:prSet/>
      <dgm:spPr/>
      <dgm:t>
        <a:bodyPr/>
        <a:lstStyle/>
        <a:p>
          <a:endParaRPr lang="en-US"/>
        </a:p>
      </dgm:t>
    </dgm:pt>
    <dgm:pt modelId="{5FA70A04-0394-4E8D-9ECB-5BB72B566E2E}" type="sibTrans" cxnId="{278179B6-BEB3-4104-96EF-DA2CCCEE4610}">
      <dgm:prSet/>
      <dgm:spPr/>
      <dgm:t>
        <a:bodyPr/>
        <a:lstStyle/>
        <a:p>
          <a:endParaRPr lang="en-US"/>
        </a:p>
      </dgm:t>
    </dgm:pt>
    <dgm:pt modelId="{01DAD35E-54CA-49ED-83D9-CFC28AC78839}">
      <dgm:prSet custT="1"/>
      <dgm:spPr/>
      <dgm:t>
        <a:bodyPr/>
        <a:lstStyle/>
        <a:p>
          <a:pPr algn="just" rtl="0"/>
          <a:r>
            <a:rPr lang="en-US" sz="1600" dirty="0"/>
            <a:t> This approach has higher processing capabilities and can detect complex threats.</a:t>
          </a:r>
        </a:p>
      </dgm:t>
    </dgm:pt>
    <dgm:pt modelId="{03CB8263-FB1A-4591-B39E-BA43B4CFD872}" type="parTrans" cxnId="{A10DE21D-9871-4B63-9672-CDE4172D9215}">
      <dgm:prSet/>
      <dgm:spPr/>
      <dgm:t>
        <a:bodyPr/>
        <a:lstStyle/>
        <a:p>
          <a:endParaRPr lang="en-US"/>
        </a:p>
      </dgm:t>
    </dgm:pt>
    <dgm:pt modelId="{0BB745BC-A155-4FE1-A30C-61C274C63434}" type="sibTrans" cxnId="{A10DE21D-9871-4B63-9672-CDE4172D9215}">
      <dgm:prSet/>
      <dgm:spPr/>
      <dgm:t>
        <a:bodyPr/>
        <a:lstStyle/>
        <a:p>
          <a:endParaRPr lang="en-US"/>
        </a:p>
      </dgm:t>
    </dgm:pt>
    <dgm:pt modelId="{912DC207-C260-4CA6-A2D2-4E5679B21BA4}">
      <dgm:prSet custT="1"/>
      <dgm:spPr/>
      <dgm:t>
        <a:bodyPr/>
        <a:lstStyle/>
        <a:p>
          <a:pPr algn="just" rtl="0"/>
          <a:r>
            <a:rPr lang="en-US" sz="1600" dirty="0"/>
            <a:t>May introduce latency and relies on stable connectivity.</a:t>
          </a:r>
        </a:p>
      </dgm:t>
    </dgm:pt>
    <dgm:pt modelId="{CA1B86A3-4B1D-41A3-8572-11CEF9159525}" type="parTrans" cxnId="{DDDE0E77-C54C-4A7E-9961-E06B5C22083C}">
      <dgm:prSet/>
      <dgm:spPr/>
      <dgm:t>
        <a:bodyPr/>
        <a:lstStyle/>
        <a:p>
          <a:endParaRPr lang="en-US"/>
        </a:p>
      </dgm:t>
    </dgm:pt>
    <dgm:pt modelId="{E5DB58CD-0F69-44B7-A9BD-EA309814F2A3}" type="sibTrans" cxnId="{DDDE0E77-C54C-4A7E-9961-E06B5C22083C}">
      <dgm:prSet/>
      <dgm:spPr/>
      <dgm:t>
        <a:bodyPr/>
        <a:lstStyle/>
        <a:p>
          <a:endParaRPr lang="en-US"/>
        </a:p>
      </dgm:t>
    </dgm:pt>
    <dgm:pt modelId="{79D21605-5261-4797-8EDF-CBA22F82981A}" type="pres">
      <dgm:prSet presAssocID="{6536FB83-E0BA-4259-AB8B-AEB551AC0FF4}" presName="linearFlow" presStyleCnt="0">
        <dgm:presLayoutVars>
          <dgm:dir/>
          <dgm:animLvl val="lvl"/>
          <dgm:resizeHandles val="exact"/>
        </dgm:presLayoutVars>
      </dgm:prSet>
      <dgm:spPr/>
      <dgm:t>
        <a:bodyPr/>
        <a:lstStyle/>
        <a:p>
          <a:endParaRPr lang="en-US"/>
        </a:p>
      </dgm:t>
    </dgm:pt>
    <dgm:pt modelId="{8772233F-2E22-4C54-8120-BA5CC424B602}" type="pres">
      <dgm:prSet presAssocID="{E36DEDB4-2B5A-4827-8EB6-9304BB7037E6}" presName="composite" presStyleCnt="0"/>
      <dgm:spPr/>
    </dgm:pt>
    <dgm:pt modelId="{A6052DAC-07DC-41CA-A952-525BFCAE65F9}" type="pres">
      <dgm:prSet presAssocID="{E36DEDB4-2B5A-4827-8EB6-9304BB7037E6}" presName="parentText" presStyleLbl="alignNode1" presStyleIdx="0" presStyleCnt="2">
        <dgm:presLayoutVars>
          <dgm:chMax val="1"/>
          <dgm:bulletEnabled val="1"/>
        </dgm:presLayoutVars>
      </dgm:prSet>
      <dgm:spPr/>
      <dgm:t>
        <a:bodyPr/>
        <a:lstStyle/>
        <a:p>
          <a:endParaRPr lang="en-US"/>
        </a:p>
      </dgm:t>
    </dgm:pt>
    <dgm:pt modelId="{679ED4EE-DCFE-4B48-96CA-2570CB8A320A}" type="pres">
      <dgm:prSet presAssocID="{E36DEDB4-2B5A-4827-8EB6-9304BB7037E6}" presName="descendantText" presStyleLbl="alignAcc1" presStyleIdx="0" presStyleCnt="2">
        <dgm:presLayoutVars>
          <dgm:bulletEnabled val="1"/>
        </dgm:presLayoutVars>
      </dgm:prSet>
      <dgm:spPr/>
      <dgm:t>
        <a:bodyPr/>
        <a:lstStyle/>
        <a:p>
          <a:endParaRPr lang="en-US"/>
        </a:p>
      </dgm:t>
    </dgm:pt>
    <dgm:pt modelId="{6B5133D6-C4A2-4B45-AB91-ED070C2B912A}" type="pres">
      <dgm:prSet presAssocID="{A368E7E1-52E4-4741-A40D-1329F11799BC}" presName="sp" presStyleCnt="0"/>
      <dgm:spPr/>
    </dgm:pt>
    <dgm:pt modelId="{3E028CC6-E74E-4BD3-81F3-A3BC7FA84E1E}" type="pres">
      <dgm:prSet presAssocID="{4B832C31-D9EC-44E3-83D0-D8CD6897C6C3}" presName="composite" presStyleCnt="0"/>
      <dgm:spPr/>
    </dgm:pt>
    <dgm:pt modelId="{279F2311-F67C-47FC-A5AB-3366AD1B7C62}" type="pres">
      <dgm:prSet presAssocID="{4B832C31-D9EC-44E3-83D0-D8CD6897C6C3}" presName="parentText" presStyleLbl="alignNode1" presStyleIdx="1" presStyleCnt="2">
        <dgm:presLayoutVars>
          <dgm:chMax val="1"/>
          <dgm:bulletEnabled val="1"/>
        </dgm:presLayoutVars>
      </dgm:prSet>
      <dgm:spPr/>
      <dgm:t>
        <a:bodyPr/>
        <a:lstStyle/>
        <a:p>
          <a:endParaRPr lang="en-US"/>
        </a:p>
      </dgm:t>
    </dgm:pt>
    <dgm:pt modelId="{9EB92CF2-2396-4A6F-B9CC-C597007B72CA}" type="pres">
      <dgm:prSet presAssocID="{4B832C31-D9EC-44E3-83D0-D8CD6897C6C3}" presName="descendantText" presStyleLbl="alignAcc1" presStyleIdx="1" presStyleCnt="2">
        <dgm:presLayoutVars>
          <dgm:bulletEnabled val="1"/>
        </dgm:presLayoutVars>
      </dgm:prSet>
      <dgm:spPr/>
      <dgm:t>
        <a:bodyPr/>
        <a:lstStyle/>
        <a:p>
          <a:endParaRPr lang="en-US"/>
        </a:p>
      </dgm:t>
    </dgm:pt>
  </dgm:ptLst>
  <dgm:cxnLst>
    <dgm:cxn modelId="{E85A2441-C3C7-4B0E-BAFE-688522AEDFF0}" type="presOf" srcId="{7C69C0BC-5CC3-4E36-95CE-21EC4AA78A31}" destId="{679ED4EE-DCFE-4B48-96CA-2570CB8A320A}" srcOrd="0" destOrd="1" presId="urn:microsoft.com/office/officeart/2005/8/layout/chevron2"/>
    <dgm:cxn modelId="{11028186-B6F2-41F6-A76C-8434C5ED2213}" type="presOf" srcId="{4B832C31-D9EC-44E3-83D0-D8CD6897C6C3}" destId="{279F2311-F67C-47FC-A5AB-3366AD1B7C62}" srcOrd="0" destOrd="0" presId="urn:microsoft.com/office/officeart/2005/8/layout/chevron2"/>
    <dgm:cxn modelId="{FF413B0D-ED2B-4459-AFA3-BA1971EE279A}" srcId="{6536FB83-E0BA-4259-AB8B-AEB551AC0FF4}" destId="{4B832C31-D9EC-44E3-83D0-D8CD6897C6C3}" srcOrd="1" destOrd="0" parTransId="{7C4A3C14-0D02-4D42-A324-F99815E4CD3C}" sibTransId="{6C72555F-1F93-4775-AAB1-4EC0459FA310}"/>
    <dgm:cxn modelId="{26FE07A9-B4EE-4CAF-AC3E-460EBC7DAEF6}" srcId="{4B832C31-D9EC-44E3-83D0-D8CD6897C6C3}" destId="{76EEE765-008B-4A38-8550-54C631FD1937}" srcOrd="0" destOrd="0" parTransId="{5FEBD1FC-33C8-44FA-BF1A-6F047A312249}" sibTransId="{29FD6138-FBB6-4B89-9872-DAA312821C97}"/>
    <dgm:cxn modelId="{42319AAE-2E13-4082-854E-0E239FAD6B51}" type="presOf" srcId="{669FBFB7-61DD-4924-87D5-AD02129CC573}" destId="{679ED4EE-DCFE-4B48-96CA-2570CB8A320A}" srcOrd="0" destOrd="2" presId="urn:microsoft.com/office/officeart/2005/8/layout/chevron2"/>
    <dgm:cxn modelId="{D2B7A450-4376-4729-BB43-4B0AB9804D4B}" type="presOf" srcId="{6536FB83-E0BA-4259-AB8B-AEB551AC0FF4}" destId="{79D21605-5261-4797-8EDF-CBA22F82981A}" srcOrd="0" destOrd="0" presId="urn:microsoft.com/office/officeart/2005/8/layout/chevron2"/>
    <dgm:cxn modelId="{9B72CB50-6667-41AA-BA07-8653924A324A}" type="presOf" srcId="{76EEE765-008B-4A38-8550-54C631FD1937}" destId="{9EB92CF2-2396-4A6F-B9CC-C597007B72CA}" srcOrd="0" destOrd="0" presId="urn:microsoft.com/office/officeart/2005/8/layout/chevron2"/>
    <dgm:cxn modelId="{6458FCBF-A31E-4FE7-98A8-7F3B64B7C52B}" type="presOf" srcId="{52157CAB-C7C6-4D26-8250-2AE5FF874DC9}" destId="{679ED4EE-DCFE-4B48-96CA-2570CB8A320A}" srcOrd="0" destOrd="0" presId="urn:microsoft.com/office/officeart/2005/8/layout/chevron2"/>
    <dgm:cxn modelId="{278179B6-BEB3-4104-96EF-DA2CCCEE4610}" srcId="{E36DEDB4-2B5A-4827-8EB6-9304BB7037E6}" destId="{669FBFB7-61DD-4924-87D5-AD02129CC573}" srcOrd="2" destOrd="0" parTransId="{22E36DC2-DF5F-4A5C-940B-239DCD61C3E6}" sibTransId="{5FA70A04-0394-4E8D-9ECB-5BB72B566E2E}"/>
    <dgm:cxn modelId="{6B75DD49-E151-45A5-A70D-EDF41169609C}" type="presOf" srcId="{E36DEDB4-2B5A-4827-8EB6-9304BB7037E6}" destId="{A6052DAC-07DC-41CA-A952-525BFCAE65F9}" srcOrd="0" destOrd="0" presId="urn:microsoft.com/office/officeart/2005/8/layout/chevron2"/>
    <dgm:cxn modelId="{A10DE21D-9871-4B63-9672-CDE4172D9215}" srcId="{4B832C31-D9EC-44E3-83D0-D8CD6897C6C3}" destId="{01DAD35E-54CA-49ED-83D9-CFC28AC78839}" srcOrd="1" destOrd="0" parTransId="{03CB8263-FB1A-4591-B39E-BA43B4CFD872}" sibTransId="{0BB745BC-A155-4FE1-A30C-61C274C63434}"/>
    <dgm:cxn modelId="{87C17B15-1728-417C-B2B5-F3AF516C2108}" type="presOf" srcId="{01DAD35E-54CA-49ED-83D9-CFC28AC78839}" destId="{9EB92CF2-2396-4A6F-B9CC-C597007B72CA}" srcOrd="0" destOrd="1" presId="urn:microsoft.com/office/officeart/2005/8/layout/chevron2"/>
    <dgm:cxn modelId="{98A14735-EDDE-46A8-AB89-4DB2464A3EBB}" type="presOf" srcId="{912DC207-C260-4CA6-A2D2-4E5679B21BA4}" destId="{9EB92CF2-2396-4A6F-B9CC-C597007B72CA}" srcOrd="0" destOrd="2" presId="urn:microsoft.com/office/officeart/2005/8/layout/chevron2"/>
    <dgm:cxn modelId="{DDDE0E77-C54C-4A7E-9961-E06B5C22083C}" srcId="{4B832C31-D9EC-44E3-83D0-D8CD6897C6C3}" destId="{912DC207-C260-4CA6-A2D2-4E5679B21BA4}" srcOrd="2" destOrd="0" parTransId="{CA1B86A3-4B1D-41A3-8572-11CEF9159525}" sibTransId="{E5DB58CD-0F69-44B7-A9BD-EA309814F2A3}"/>
    <dgm:cxn modelId="{B2EE383D-E7EE-4CA9-839E-20DA6E7BF5E5}" srcId="{6536FB83-E0BA-4259-AB8B-AEB551AC0FF4}" destId="{E36DEDB4-2B5A-4827-8EB6-9304BB7037E6}" srcOrd="0" destOrd="0" parTransId="{4A2501C6-E2C9-4112-83A1-C728CB8819BF}" sibTransId="{A368E7E1-52E4-4741-A40D-1329F11799BC}"/>
    <dgm:cxn modelId="{4F7A52AE-8099-448E-9F49-C91388E38C10}" srcId="{E36DEDB4-2B5A-4827-8EB6-9304BB7037E6}" destId="{7C69C0BC-5CC3-4E36-95CE-21EC4AA78A31}" srcOrd="1" destOrd="0" parTransId="{43B22A33-CECC-49B8-8ED7-D547959DC3DD}" sibTransId="{75A2128A-EA81-4E25-8C00-F4DADE90070D}"/>
    <dgm:cxn modelId="{AB4DDB23-DAE1-4053-B18C-F51E5D8DF69E}" srcId="{E36DEDB4-2B5A-4827-8EB6-9304BB7037E6}" destId="{52157CAB-C7C6-4D26-8250-2AE5FF874DC9}" srcOrd="0" destOrd="0" parTransId="{011357B4-D842-4C02-83E8-CD74FD87F976}" sibTransId="{334759DD-97DC-427C-883C-7B0DD969EC4B}"/>
    <dgm:cxn modelId="{D73215DE-CE62-415B-8C5E-CB105F29C77C}" type="presParOf" srcId="{79D21605-5261-4797-8EDF-CBA22F82981A}" destId="{8772233F-2E22-4C54-8120-BA5CC424B602}" srcOrd="0" destOrd="0" presId="urn:microsoft.com/office/officeart/2005/8/layout/chevron2"/>
    <dgm:cxn modelId="{AFAE2F50-B956-426D-A313-945B485D85EB}" type="presParOf" srcId="{8772233F-2E22-4C54-8120-BA5CC424B602}" destId="{A6052DAC-07DC-41CA-A952-525BFCAE65F9}" srcOrd="0" destOrd="0" presId="urn:microsoft.com/office/officeart/2005/8/layout/chevron2"/>
    <dgm:cxn modelId="{178900B4-407C-4F27-90D0-533671D380A2}" type="presParOf" srcId="{8772233F-2E22-4C54-8120-BA5CC424B602}" destId="{679ED4EE-DCFE-4B48-96CA-2570CB8A320A}" srcOrd="1" destOrd="0" presId="urn:microsoft.com/office/officeart/2005/8/layout/chevron2"/>
    <dgm:cxn modelId="{4857D25F-83AF-4926-B9CB-40F5A1F24319}" type="presParOf" srcId="{79D21605-5261-4797-8EDF-CBA22F82981A}" destId="{6B5133D6-C4A2-4B45-AB91-ED070C2B912A}" srcOrd="1" destOrd="0" presId="urn:microsoft.com/office/officeart/2005/8/layout/chevron2"/>
    <dgm:cxn modelId="{B36CA668-E034-453F-A866-D9DE0F98FC2D}" type="presParOf" srcId="{79D21605-5261-4797-8EDF-CBA22F82981A}" destId="{3E028CC6-E74E-4BD3-81F3-A3BC7FA84E1E}" srcOrd="2" destOrd="0" presId="urn:microsoft.com/office/officeart/2005/8/layout/chevron2"/>
    <dgm:cxn modelId="{2CEF2CB7-624C-42CD-987F-70AEF4D119B3}" type="presParOf" srcId="{3E028CC6-E74E-4BD3-81F3-A3BC7FA84E1E}" destId="{279F2311-F67C-47FC-A5AB-3366AD1B7C62}" srcOrd="0" destOrd="0" presId="urn:microsoft.com/office/officeart/2005/8/layout/chevron2"/>
    <dgm:cxn modelId="{60DDF53D-9F1F-4D89-BD51-132A4DF54E0F}" type="presParOf" srcId="{3E028CC6-E74E-4BD3-81F3-A3BC7FA84E1E}" destId="{9EB92CF2-2396-4A6F-B9CC-C597007B72CA}"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13C88F-A40D-4CA9-9658-A03527DFF701}" type="doc">
      <dgm:prSet loTypeId="urn:microsoft.com/office/officeart/2011/layout/CircleProcess" loCatId="process" qsTypeId="urn:microsoft.com/office/officeart/2005/8/quickstyle/simple1" qsCatId="simple" csTypeId="urn:microsoft.com/office/officeart/2005/8/colors/accent4_1" csCatId="accent4"/>
      <dgm:spPr/>
      <dgm:t>
        <a:bodyPr/>
        <a:lstStyle/>
        <a:p>
          <a:endParaRPr lang="en-US"/>
        </a:p>
      </dgm:t>
    </dgm:pt>
    <dgm:pt modelId="{2A5BE0F6-9E27-4D47-949F-DCD561854864}">
      <dgm:prSet custT="1"/>
      <dgm:spPr/>
      <dgm:t>
        <a:bodyPr/>
        <a:lstStyle/>
        <a:p>
          <a:pPr rtl="0"/>
          <a:r>
            <a:rPr lang="en-US" sz="1200" b="1" dirty="0"/>
            <a:t>Densely </a:t>
          </a:r>
          <a:r>
            <a:rPr lang="en-US" sz="1100" b="1" dirty="0"/>
            <a:t>Deployment</a:t>
          </a:r>
          <a:r>
            <a:rPr lang="en-US" sz="1200" b="1" dirty="0"/>
            <a:t> of </a:t>
          </a:r>
          <a:r>
            <a:rPr lang="en-US" sz="1200" b="1" dirty="0" err="1"/>
            <a:t>IoT</a:t>
          </a:r>
          <a:r>
            <a:rPr lang="en-US" sz="1200" b="1" dirty="0"/>
            <a:t> devices</a:t>
          </a:r>
          <a:endParaRPr lang="en-US" sz="1200" dirty="0"/>
        </a:p>
      </dgm:t>
    </dgm:pt>
    <dgm:pt modelId="{C135093B-9999-4979-B202-03AD29FCFFB9}" type="parTrans" cxnId="{5DE06976-D9DF-44C8-BEEA-9840C197D613}">
      <dgm:prSet/>
      <dgm:spPr/>
      <dgm:t>
        <a:bodyPr/>
        <a:lstStyle/>
        <a:p>
          <a:endParaRPr lang="en-US" sz="1200"/>
        </a:p>
      </dgm:t>
    </dgm:pt>
    <dgm:pt modelId="{F8F36D32-D46C-4CDD-B39F-646F71CBD2BE}" type="sibTrans" cxnId="{5DE06976-D9DF-44C8-BEEA-9840C197D613}">
      <dgm:prSet/>
      <dgm:spPr/>
      <dgm:t>
        <a:bodyPr/>
        <a:lstStyle/>
        <a:p>
          <a:endParaRPr lang="en-US" sz="1200"/>
        </a:p>
      </dgm:t>
    </dgm:pt>
    <dgm:pt modelId="{290EE86B-9C20-4DFE-B79D-E8DAA95069A8}">
      <dgm:prSet custT="1"/>
      <dgm:spPr/>
      <dgm:t>
        <a:bodyPr/>
        <a:lstStyle/>
        <a:p>
          <a:pPr rtl="0"/>
          <a:r>
            <a:rPr lang="en-US" sz="1200" b="1"/>
            <a:t>Limited Resources of IoT devices (Low CPU, Low Power)</a:t>
          </a:r>
          <a:endParaRPr lang="en-US" sz="1200"/>
        </a:p>
      </dgm:t>
    </dgm:pt>
    <dgm:pt modelId="{96722FDC-1D40-4592-B257-6E8927274E00}" type="parTrans" cxnId="{8F0BA9A5-1969-4F94-826D-048694D0BABC}">
      <dgm:prSet/>
      <dgm:spPr/>
      <dgm:t>
        <a:bodyPr/>
        <a:lstStyle/>
        <a:p>
          <a:endParaRPr lang="en-US" sz="1200"/>
        </a:p>
      </dgm:t>
    </dgm:pt>
    <dgm:pt modelId="{3C8858A3-E538-4138-A793-A78C9BBB292D}" type="sibTrans" cxnId="{8F0BA9A5-1969-4F94-826D-048694D0BABC}">
      <dgm:prSet/>
      <dgm:spPr/>
      <dgm:t>
        <a:bodyPr/>
        <a:lstStyle/>
        <a:p>
          <a:endParaRPr lang="en-US" sz="1200"/>
        </a:p>
      </dgm:t>
    </dgm:pt>
    <dgm:pt modelId="{85C510AB-AB23-447C-8F6D-295DE69E6197}">
      <dgm:prSet custT="1"/>
      <dgm:spPr/>
      <dgm:t>
        <a:bodyPr/>
        <a:lstStyle/>
        <a:p>
          <a:pPr rtl="0"/>
          <a:r>
            <a:rPr lang="en-US" sz="1200" b="1" dirty="0"/>
            <a:t>Large number of existing attack types on </a:t>
          </a:r>
          <a:r>
            <a:rPr lang="en-US" sz="1200" b="1" dirty="0" err="1"/>
            <a:t>IoT</a:t>
          </a:r>
          <a:endParaRPr lang="en-US" sz="1200" dirty="0"/>
        </a:p>
      </dgm:t>
    </dgm:pt>
    <dgm:pt modelId="{DD8F7E54-F75B-4B7E-BE99-8B292D8237C9}" type="parTrans" cxnId="{2D3CCC82-D8D2-4509-A4D4-C72D126865F1}">
      <dgm:prSet/>
      <dgm:spPr/>
      <dgm:t>
        <a:bodyPr/>
        <a:lstStyle/>
        <a:p>
          <a:endParaRPr lang="en-US" sz="1200"/>
        </a:p>
      </dgm:t>
    </dgm:pt>
    <dgm:pt modelId="{0DCC19A3-D53C-4BAA-B42B-F377B2EFE395}" type="sibTrans" cxnId="{2D3CCC82-D8D2-4509-A4D4-C72D126865F1}">
      <dgm:prSet/>
      <dgm:spPr/>
      <dgm:t>
        <a:bodyPr/>
        <a:lstStyle/>
        <a:p>
          <a:endParaRPr lang="en-US" sz="1200"/>
        </a:p>
      </dgm:t>
    </dgm:pt>
    <dgm:pt modelId="{44D6B839-5FB5-4141-82D4-F33CE45F6409}">
      <dgm:prSet custT="1"/>
      <dgm:spPr/>
      <dgm:t>
        <a:bodyPr/>
        <a:lstStyle/>
        <a:p>
          <a:pPr rtl="0"/>
          <a:r>
            <a:rPr lang="en-US" sz="1200" b="1"/>
            <a:t>Big Data Collected</a:t>
          </a:r>
          <a:endParaRPr lang="en-US" sz="1200"/>
        </a:p>
      </dgm:t>
    </dgm:pt>
    <dgm:pt modelId="{929F6F1D-5830-4026-B5EE-6B3B827014E7}" type="parTrans" cxnId="{68242104-3B6E-4D8A-824C-2A3D12457FFD}">
      <dgm:prSet/>
      <dgm:spPr/>
      <dgm:t>
        <a:bodyPr/>
        <a:lstStyle/>
        <a:p>
          <a:endParaRPr lang="en-US" sz="1200"/>
        </a:p>
      </dgm:t>
    </dgm:pt>
    <dgm:pt modelId="{70553837-7C6F-43B1-85F6-6951AB0194BE}" type="sibTrans" cxnId="{68242104-3B6E-4D8A-824C-2A3D12457FFD}">
      <dgm:prSet/>
      <dgm:spPr/>
      <dgm:t>
        <a:bodyPr/>
        <a:lstStyle/>
        <a:p>
          <a:endParaRPr lang="en-US" sz="1200"/>
        </a:p>
      </dgm:t>
    </dgm:pt>
    <dgm:pt modelId="{D9BE0133-335E-4C67-88EF-B313429C7A2D}">
      <dgm:prSet custT="1"/>
      <dgm:spPr/>
      <dgm:t>
        <a:bodyPr/>
        <a:lstStyle/>
        <a:p>
          <a:pPr rtl="0"/>
          <a:r>
            <a:rPr lang="en-US" sz="1200" b="1"/>
            <a:t>False Alarm Rate</a:t>
          </a:r>
          <a:endParaRPr lang="en-US" sz="1200"/>
        </a:p>
      </dgm:t>
    </dgm:pt>
    <dgm:pt modelId="{F0DB5B76-F020-4B55-9218-0C63A2E2321A}" type="parTrans" cxnId="{70B901E1-04EE-45B5-89F3-A59744B1CE46}">
      <dgm:prSet/>
      <dgm:spPr/>
      <dgm:t>
        <a:bodyPr/>
        <a:lstStyle/>
        <a:p>
          <a:endParaRPr lang="en-US" sz="1200"/>
        </a:p>
      </dgm:t>
    </dgm:pt>
    <dgm:pt modelId="{1EFA39ED-6997-4238-9EA7-9ADE9464E892}" type="sibTrans" cxnId="{70B901E1-04EE-45B5-89F3-A59744B1CE46}">
      <dgm:prSet/>
      <dgm:spPr/>
      <dgm:t>
        <a:bodyPr/>
        <a:lstStyle/>
        <a:p>
          <a:endParaRPr lang="en-US" sz="1200"/>
        </a:p>
      </dgm:t>
    </dgm:pt>
    <dgm:pt modelId="{F3E387DE-1776-4A58-B913-B625130C55ED}">
      <dgm:prSet custT="1"/>
      <dgm:spPr/>
      <dgm:t>
        <a:bodyPr/>
        <a:lstStyle/>
        <a:p>
          <a:pPr rtl="0"/>
          <a:r>
            <a:rPr lang="en-US" sz="1200" b="1"/>
            <a:t>Response Time</a:t>
          </a:r>
          <a:endParaRPr lang="en-US" sz="1200"/>
        </a:p>
      </dgm:t>
    </dgm:pt>
    <dgm:pt modelId="{1DCB6549-C05B-427C-8709-B904F31631BE}" type="parTrans" cxnId="{A8DCAC3C-3B3D-4AD9-AFEE-5CBE8DAB6AC8}">
      <dgm:prSet/>
      <dgm:spPr/>
      <dgm:t>
        <a:bodyPr/>
        <a:lstStyle/>
        <a:p>
          <a:endParaRPr lang="en-US" sz="1200"/>
        </a:p>
      </dgm:t>
    </dgm:pt>
    <dgm:pt modelId="{AAD40EF5-BF2F-4D15-861B-54C5261EEA18}" type="sibTrans" cxnId="{A8DCAC3C-3B3D-4AD9-AFEE-5CBE8DAB6AC8}">
      <dgm:prSet/>
      <dgm:spPr/>
      <dgm:t>
        <a:bodyPr/>
        <a:lstStyle/>
        <a:p>
          <a:endParaRPr lang="en-US" sz="1200"/>
        </a:p>
      </dgm:t>
    </dgm:pt>
    <dgm:pt modelId="{3E21166B-74DA-4D4B-9F2C-BE9A5DEC373C}" type="pres">
      <dgm:prSet presAssocID="{9413C88F-A40D-4CA9-9658-A03527DFF701}" presName="Name0" presStyleCnt="0">
        <dgm:presLayoutVars>
          <dgm:chMax val="11"/>
          <dgm:chPref val="11"/>
          <dgm:dir/>
          <dgm:resizeHandles/>
        </dgm:presLayoutVars>
      </dgm:prSet>
      <dgm:spPr/>
      <dgm:t>
        <a:bodyPr/>
        <a:lstStyle/>
        <a:p>
          <a:endParaRPr lang="en-US"/>
        </a:p>
      </dgm:t>
    </dgm:pt>
    <dgm:pt modelId="{57C016E6-3C20-427B-A387-9E132E65AB81}" type="pres">
      <dgm:prSet presAssocID="{F3E387DE-1776-4A58-B913-B625130C55ED}" presName="Accent6" presStyleCnt="0"/>
      <dgm:spPr/>
    </dgm:pt>
    <dgm:pt modelId="{A945050F-923B-412E-AD90-7B4A9902A685}" type="pres">
      <dgm:prSet presAssocID="{F3E387DE-1776-4A58-B913-B625130C55ED}" presName="Accent" presStyleLbl="node1" presStyleIdx="0" presStyleCnt="6"/>
      <dgm:spPr/>
    </dgm:pt>
    <dgm:pt modelId="{482B8C17-77AE-4BF6-B6AF-8673994AE3F4}" type="pres">
      <dgm:prSet presAssocID="{F3E387DE-1776-4A58-B913-B625130C55ED}" presName="ParentBackground6" presStyleCnt="0"/>
      <dgm:spPr/>
    </dgm:pt>
    <dgm:pt modelId="{E2A18541-6042-4EAD-AA65-FA5B0DCCC301}" type="pres">
      <dgm:prSet presAssocID="{F3E387DE-1776-4A58-B913-B625130C55ED}" presName="ParentBackground" presStyleLbl="fgAcc1" presStyleIdx="0" presStyleCnt="6"/>
      <dgm:spPr/>
      <dgm:t>
        <a:bodyPr/>
        <a:lstStyle/>
        <a:p>
          <a:endParaRPr lang="en-US"/>
        </a:p>
      </dgm:t>
    </dgm:pt>
    <dgm:pt modelId="{B9FBEB9F-5FD6-4804-BEA9-E5F1F5130D08}" type="pres">
      <dgm:prSet presAssocID="{F3E387DE-1776-4A58-B913-B625130C55ED}" presName="Parent6" presStyleLbl="revTx" presStyleIdx="0" presStyleCnt="0">
        <dgm:presLayoutVars>
          <dgm:chMax val="1"/>
          <dgm:chPref val="1"/>
          <dgm:bulletEnabled val="1"/>
        </dgm:presLayoutVars>
      </dgm:prSet>
      <dgm:spPr/>
      <dgm:t>
        <a:bodyPr/>
        <a:lstStyle/>
        <a:p>
          <a:endParaRPr lang="en-US"/>
        </a:p>
      </dgm:t>
    </dgm:pt>
    <dgm:pt modelId="{663D468A-3948-4DF2-9B90-4D66FBBCE868}" type="pres">
      <dgm:prSet presAssocID="{D9BE0133-335E-4C67-88EF-B313429C7A2D}" presName="Accent5" presStyleCnt="0"/>
      <dgm:spPr/>
    </dgm:pt>
    <dgm:pt modelId="{7BDCA13B-9D97-4966-ADD0-BF6BF6D5950B}" type="pres">
      <dgm:prSet presAssocID="{D9BE0133-335E-4C67-88EF-B313429C7A2D}" presName="Accent" presStyleLbl="node1" presStyleIdx="1" presStyleCnt="6"/>
      <dgm:spPr/>
    </dgm:pt>
    <dgm:pt modelId="{74D7D668-B3E7-4CB4-AC07-BC4C1EB7E0DC}" type="pres">
      <dgm:prSet presAssocID="{D9BE0133-335E-4C67-88EF-B313429C7A2D}" presName="ParentBackground5" presStyleCnt="0"/>
      <dgm:spPr/>
    </dgm:pt>
    <dgm:pt modelId="{6BA4B059-2855-49C5-BF0C-F713CA66BDA8}" type="pres">
      <dgm:prSet presAssocID="{D9BE0133-335E-4C67-88EF-B313429C7A2D}" presName="ParentBackground" presStyleLbl="fgAcc1" presStyleIdx="1" presStyleCnt="6"/>
      <dgm:spPr/>
      <dgm:t>
        <a:bodyPr/>
        <a:lstStyle/>
        <a:p>
          <a:endParaRPr lang="en-US"/>
        </a:p>
      </dgm:t>
    </dgm:pt>
    <dgm:pt modelId="{42D10D83-508D-4AA0-9B29-899FA338B86C}" type="pres">
      <dgm:prSet presAssocID="{D9BE0133-335E-4C67-88EF-B313429C7A2D}" presName="Parent5" presStyleLbl="revTx" presStyleIdx="0" presStyleCnt="0">
        <dgm:presLayoutVars>
          <dgm:chMax val="1"/>
          <dgm:chPref val="1"/>
          <dgm:bulletEnabled val="1"/>
        </dgm:presLayoutVars>
      </dgm:prSet>
      <dgm:spPr/>
      <dgm:t>
        <a:bodyPr/>
        <a:lstStyle/>
        <a:p>
          <a:endParaRPr lang="en-US"/>
        </a:p>
      </dgm:t>
    </dgm:pt>
    <dgm:pt modelId="{9FD93D5C-3C27-4D35-A972-6E5911C96E02}" type="pres">
      <dgm:prSet presAssocID="{44D6B839-5FB5-4141-82D4-F33CE45F6409}" presName="Accent4" presStyleCnt="0"/>
      <dgm:spPr/>
    </dgm:pt>
    <dgm:pt modelId="{CC48A84E-72AE-4122-B411-02D18FA564AB}" type="pres">
      <dgm:prSet presAssocID="{44D6B839-5FB5-4141-82D4-F33CE45F6409}" presName="Accent" presStyleLbl="node1" presStyleIdx="2" presStyleCnt="6"/>
      <dgm:spPr/>
    </dgm:pt>
    <dgm:pt modelId="{B54E4A12-8221-4FA7-BBA8-BAC88B80937D}" type="pres">
      <dgm:prSet presAssocID="{44D6B839-5FB5-4141-82D4-F33CE45F6409}" presName="ParentBackground4" presStyleCnt="0"/>
      <dgm:spPr/>
    </dgm:pt>
    <dgm:pt modelId="{A7080F90-6B2C-47D0-85FC-45C76E2225F1}" type="pres">
      <dgm:prSet presAssocID="{44D6B839-5FB5-4141-82D4-F33CE45F6409}" presName="ParentBackground" presStyleLbl="fgAcc1" presStyleIdx="2" presStyleCnt="6"/>
      <dgm:spPr/>
      <dgm:t>
        <a:bodyPr/>
        <a:lstStyle/>
        <a:p>
          <a:endParaRPr lang="en-US"/>
        </a:p>
      </dgm:t>
    </dgm:pt>
    <dgm:pt modelId="{0BA361CE-E605-43EF-BF31-1AE805564AF4}" type="pres">
      <dgm:prSet presAssocID="{44D6B839-5FB5-4141-82D4-F33CE45F6409}" presName="Parent4" presStyleLbl="revTx" presStyleIdx="0" presStyleCnt="0">
        <dgm:presLayoutVars>
          <dgm:chMax val="1"/>
          <dgm:chPref val="1"/>
          <dgm:bulletEnabled val="1"/>
        </dgm:presLayoutVars>
      </dgm:prSet>
      <dgm:spPr/>
      <dgm:t>
        <a:bodyPr/>
        <a:lstStyle/>
        <a:p>
          <a:endParaRPr lang="en-US"/>
        </a:p>
      </dgm:t>
    </dgm:pt>
    <dgm:pt modelId="{77813DDC-4422-480A-A2BE-BEF0349784C3}" type="pres">
      <dgm:prSet presAssocID="{85C510AB-AB23-447C-8F6D-295DE69E6197}" presName="Accent3" presStyleCnt="0"/>
      <dgm:spPr/>
    </dgm:pt>
    <dgm:pt modelId="{8DE9145E-FFD0-44B6-80B4-68E36559DA32}" type="pres">
      <dgm:prSet presAssocID="{85C510AB-AB23-447C-8F6D-295DE69E6197}" presName="Accent" presStyleLbl="node1" presStyleIdx="3" presStyleCnt="6"/>
      <dgm:spPr/>
    </dgm:pt>
    <dgm:pt modelId="{898B9976-B454-47CA-A863-DE3B10837A22}" type="pres">
      <dgm:prSet presAssocID="{85C510AB-AB23-447C-8F6D-295DE69E6197}" presName="ParentBackground3" presStyleCnt="0"/>
      <dgm:spPr/>
    </dgm:pt>
    <dgm:pt modelId="{2C19F4F5-6E4E-44E9-A122-C725EF8AEEB6}" type="pres">
      <dgm:prSet presAssocID="{85C510AB-AB23-447C-8F6D-295DE69E6197}" presName="ParentBackground" presStyleLbl="fgAcc1" presStyleIdx="3" presStyleCnt="6"/>
      <dgm:spPr/>
      <dgm:t>
        <a:bodyPr/>
        <a:lstStyle/>
        <a:p>
          <a:endParaRPr lang="en-US"/>
        </a:p>
      </dgm:t>
    </dgm:pt>
    <dgm:pt modelId="{B084BAA8-7223-4BE8-8103-00C8B572A99E}" type="pres">
      <dgm:prSet presAssocID="{85C510AB-AB23-447C-8F6D-295DE69E6197}" presName="Parent3" presStyleLbl="revTx" presStyleIdx="0" presStyleCnt="0">
        <dgm:presLayoutVars>
          <dgm:chMax val="1"/>
          <dgm:chPref val="1"/>
          <dgm:bulletEnabled val="1"/>
        </dgm:presLayoutVars>
      </dgm:prSet>
      <dgm:spPr/>
      <dgm:t>
        <a:bodyPr/>
        <a:lstStyle/>
        <a:p>
          <a:endParaRPr lang="en-US"/>
        </a:p>
      </dgm:t>
    </dgm:pt>
    <dgm:pt modelId="{8B043215-0FC2-4736-B0DD-6F909C30CE3A}" type="pres">
      <dgm:prSet presAssocID="{290EE86B-9C20-4DFE-B79D-E8DAA95069A8}" presName="Accent2" presStyleCnt="0"/>
      <dgm:spPr/>
    </dgm:pt>
    <dgm:pt modelId="{256BB3FA-FA97-41EA-93CE-F55949FF58BC}" type="pres">
      <dgm:prSet presAssocID="{290EE86B-9C20-4DFE-B79D-E8DAA95069A8}" presName="Accent" presStyleLbl="node1" presStyleIdx="4" presStyleCnt="6"/>
      <dgm:spPr/>
    </dgm:pt>
    <dgm:pt modelId="{782A7CBE-6B2F-4AD9-B808-EACD583777AA}" type="pres">
      <dgm:prSet presAssocID="{290EE86B-9C20-4DFE-B79D-E8DAA95069A8}" presName="ParentBackground2" presStyleCnt="0"/>
      <dgm:spPr/>
    </dgm:pt>
    <dgm:pt modelId="{91BD64BE-E7B4-4A5C-A979-B7EAA0CAC674}" type="pres">
      <dgm:prSet presAssocID="{290EE86B-9C20-4DFE-B79D-E8DAA95069A8}" presName="ParentBackground" presStyleLbl="fgAcc1" presStyleIdx="4" presStyleCnt="6"/>
      <dgm:spPr/>
      <dgm:t>
        <a:bodyPr/>
        <a:lstStyle/>
        <a:p>
          <a:endParaRPr lang="en-US"/>
        </a:p>
      </dgm:t>
    </dgm:pt>
    <dgm:pt modelId="{B841537E-DE97-42A6-A8F8-54EB042B5FD1}" type="pres">
      <dgm:prSet presAssocID="{290EE86B-9C20-4DFE-B79D-E8DAA95069A8}" presName="Parent2" presStyleLbl="revTx" presStyleIdx="0" presStyleCnt="0">
        <dgm:presLayoutVars>
          <dgm:chMax val="1"/>
          <dgm:chPref val="1"/>
          <dgm:bulletEnabled val="1"/>
        </dgm:presLayoutVars>
      </dgm:prSet>
      <dgm:spPr/>
      <dgm:t>
        <a:bodyPr/>
        <a:lstStyle/>
        <a:p>
          <a:endParaRPr lang="en-US"/>
        </a:p>
      </dgm:t>
    </dgm:pt>
    <dgm:pt modelId="{DE32F095-589E-4DB5-9FD5-791986C0505B}" type="pres">
      <dgm:prSet presAssocID="{2A5BE0F6-9E27-4D47-949F-DCD561854864}" presName="Accent1" presStyleCnt="0"/>
      <dgm:spPr/>
    </dgm:pt>
    <dgm:pt modelId="{706F90FC-57F3-4BA3-B6A4-E3A32DA36B89}" type="pres">
      <dgm:prSet presAssocID="{2A5BE0F6-9E27-4D47-949F-DCD561854864}" presName="Accent" presStyleLbl="node1" presStyleIdx="5" presStyleCnt="6"/>
      <dgm:spPr/>
    </dgm:pt>
    <dgm:pt modelId="{317A3570-CBD9-4A1D-A90C-50E7C7D7F299}" type="pres">
      <dgm:prSet presAssocID="{2A5BE0F6-9E27-4D47-949F-DCD561854864}" presName="ParentBackground1" presStyleCnt="0"/>
      <dgm:spPr/>
    </dgm:pt>
    <dgm:pt modelId="{AB0B420D-39DD-4114-AF35-10B31D687B75}" type="pres">
      <dgm:prSet presAssocID="{2A5BE0F6-9E27-4D47-949F-DCD561854864}" presName="ParentBackground" presStyleLbl="fgAcc1" presStyleIdx="5" presStyleCnt="6"/>
      <dgm:spPr/>
      <dgm:t>
        <a:bodyPr/>
        <a:lstStyle/>
        <a:p>
          <a:endParaRPr lang="en-US"/>
        </a:p>
      </dgm:t>
    </dgm:pt>
    <dgm:pt modelId="{851ECEA8-E194-4B70-97AE-E61C42B43EA6}" type="pres">
      <dgm:prSet presAssocID="{2A5BE0F6-9E27-4D47-949F-DCD561854864}" presName="Parent1" presStyleLbl="revTx" presStyleIdx="0" presStyleCnt="0">
        <dgm:presLayoutVars>
          <dgm:chMax val="1"/>
          <dgm:chPref val="1"/>
          <dgm:bulletEnabled val="1"/>
        </dgm:presLayoutVars>
      </dgm:prSet>
      <dgm:spPr/>
      <dgm:t>
        <a:bodyPr/>
        <a:lstStyle/>
        <a:p>
          <a:endParaRPr lang="en-US"/>
        </a:p>
      </dgm:t>
    </dgm:pt>
  </dgm:ptLst>
  <dgm:cxnLst>
    <dgm:cxn modelId="{36524B42-1DCD-439F-91F7-69FE3A0BCB95}" type="presOf" srcId="{2A5BE0F6-9E27-4D47-949F-DCD561854864}" destId="{851ECEA8-E194-4B70-97AE-E61C42B43EA6}" srcOrd="1" destOrd="0" presId="urn:microsoft.com/office/officeart/2011/layout/CircleProcess"/>
    <dgm:cxn modelId="{68242104-3B6E-4D8A-824C-2A3D12457FFD}" srcId="{9413C88F-A40D-4CA9-9658-A03527DFF701}" destId="{44D6B839-5FB5-4141-82D4-F33CE45F6409}" srcOrd="3" destOrd="0" parTransId="{929F6F1D-5830-4026-B5EE-6B3B827014E7}" sibTransId="{70553837-7C6F-43B1-85F6-6951AB0194BE}"/>
    <dgm:cxn modelId="{BB0F112E-170B-4BBE-ABD5-2AD887E5E431}" type="presOf" srcId="{F3E387DE-1776-4A58-B913-B625130C55ED}" destId="{E2A18541-6042-4EAD-AA65-FA5B0DCCC301}" srcOrd="0" destOrd="0" presId="urn:microsoft.com/office/officeart/2011/layout/CircleProcess"/>
    <dgm:cxn modelId="{B48068A7-E3B5-41FE-B3BD-E028C632576F}" type="presOf" srcId="{290EE86B-9C20-4DFE-B79D-E8DAA95069A8}" destId="{91BD64BE-E7B4-4A5C-A979-B7EAA0CAC674}" srcOrd="0" destOrd="0" presId="urn:microsoft.com/office/officeart/2011/layout/CircleProcess"/>
    <dgm:cxn modelId="{299C7848-3FA7-4630-9C01-2BF7328B9554}" type="presOf" srcId="{85C510AB-AB23-447C-8F6D-295DE69E6197}" destId="{2C19F4F5-6E4E-44E9-A122-C725EF8AEEB6}" srcOrd="0" destOrd="0" presId="urn:microsoft.com/office/officeart/2011/layout/CircleProcess"/>
    <dgm:cxn modelId="{5438D9B5-B062-4529-BCA5-79EA9B9A2909}" type="presOf" srcId="{44D6B839-5FB5-4141-82D4-F33CE45F6409}" destId="{A7080F90-6B2C-47D0-85FC-45C76E2225F1}" srcOrd="0" destOrd="0" presId="urn:microsoft.com/office/officeart/2011/layout/CircleProcess"/>
    <dgm:cxn modelId="{9B921ACC-B485-46E3-9AB5-4E53610C2457}" type="presOf" srcId="{D9BE0133-335E-4C67-88EF-B313429C7A2D}" destId="{6BA4B059-2855-49C5-BF0C-F713CA66BDA8}" srcOrd="0" destOrd="0" presId="urn:microsoft.com/office/officeart/2011/layout/CircleProcess"/>
    <dgm:cxn modelId="{88E0EE93-FF81-475B-AA21-BF6D7B9BBA22}" type="presOf" srcId="{44D6B839-5FB5-4141-82D4-F33CE45F6409}" destId="{0BA361CE-E605-43EF-BF31-1AE805564AF4}" srcOrd="1" destOrd="0" presId="urn:microsoft.com/office/officeart/2011/layout/CircleProcess"/>
    <dgm:cxn modelId="{70B901E1-04EE-45B5-89F3-A59744B1CE46}" srcId="{9413C88F-A40D-4CA9-9658-A03527DFF701}" destId="{D9BE0133-335E-4C67-88EF-B313429C7A2D}" srcOrd="4" destOrd="0" parTransId="{F0DB5B76-F020-4B55-9218-0C63A2E2321A}" sibTransId="{1EFA39ED-6997-4238-9EA7-9ADE9464E892}"/>
    <dgm:cxn modelId="{E3F811C6-BDAA-4AB8-BEC9-9EC68F894638}" type="presOf" srcId="{2A5BE0F6-9E27-4D47-949F-DCD561854864}" destId="{AB0B420D-39DD-4114-AF35-10B31D687B75}" srcOrd="0" destOrd="0" presId="urn:microsoft.com/office/officeart/2011/layout/CircleProcess"/>
    <dgm:cxn modelId="{8F0BA9A5-1969-4F94-826D-048694D0BABC}" srcId="{9413C88F-A40D-4CA9-9658-A03527DFF701}" destId="{290EE86B-9C20-4DFE-B79D-E8DAA95069A8}" srcOrd="1" destOrd="0" parTransId="{96722FDC-1D40-4592-B257-6E8927274E00}" sibTransId="{3C8858A3-E538-4138-A793-A78C9BBB292D}"/>
    <dgm:cxn modelId="{A8DCAC3C-3B3D-4AD9-AFEE-5CBE8DAB6AC8}" srcId="{9413C88F-A40D-4CA9-9658-A03527DFF701}" destId="{F3E387DE-1776-4A58-B913-B625130C55ED}" srcOrd="5" destOrd="0" parTransId="{1DCB6549-C05B-427C-8709-B904F31631BE}" sibTransId="{AAD40EF5-BF2F-4D15-861B-54C5261EEA18}"/>
    <dgm:cxn modelId="{9C385DA6-AF09-4E1B-8DBC-865A0398CAE2}" type="presOf" srcId="{9413C88F-A40D-4CA9-9658-A03527DFF701}" destId="{3E21166B-74DA-4D4B-9F2C-BE9A5DEC373C}" srcOrd="0" destOrd="0" presId="urn:microsoft.com/office/officeart/2011/layout/CircleProcess"/>
    <dgm:cxn modelId="{57A36D09-E08D-4BC6-A117-433BCFD51EAC}" type="presOf" srcId="{85C510AB-AB23-447C-8F6D-295DE69E6197}" destId="{B084BAA8-7223-4BE8-8103-00C8B572A99E}" srcOrd="1" destOrd="0" presId="urn:microsoft.com/office/officeart/2011/layout/CircleProcess"/>
    <dgm:cxn modelId="{F7ECC8F3-7D69-4160-90AC-CC79C461A50C}" type="presOf" srcId="{F3E387DE-1776-4A58-B913-B625130C55ED}" destId="{B9FBEB9F-5FD6-4804-BEA9-E5F1F5130D08}" srcOrd="1" destOrd="0" presId="urn:microsoft.com/office/officeart/2011/layout/CircleProcess"/>
    <dgm:cxn modelId="{521A59FB-41A2-4274-A00B-E4CEBD49C1A4}" type="presOf" srcId="{290EE86B-9C20-4DFE-B79D-E8DAA95069A8}" destId="{B841537E-DE97-42A6-A8F8-54EB042B5FD1}" srcOrd="1" destOrd="0" presId="urn:microsoft.com/office/officeart/2011/layout/CircleProcess"/>
    <dgm:cxn modelId="{5DE06976-D9DF-44C8-BEEA-9840C197D613}" srcId="{9413C88F-A40D-4CA9-9658-A03527DFF701}" destId="{2A5BE0F6-9E27-4D47-949F-DCD561854864}" srcOrd="0" destOrd="0" parTransId="{C135093B-9999-4979-B202-03AD29FCFFB9}" sibTransId="{F8F36D32-D46C-4CDD-B39F-646F71CBD2BE}"/>
    <dgm:cxn modelId="{2D3CCC82-D8D2-4509-A4D4-C72D126865F1}" srcId="{9413C88F-A40D-4CA9-9658-A03527DFF701}" destId="{85C510AB-AB23-447C-8F6D-295DE69E6197}" srcOrd="2" destOrd="0" parTransId="{DD8F7E54-F75B-4B7E-BE99-8B292D8237C9}" sibTransId="{0DCC19A3-D53C-4BAA-B42B-F377B2EFE395}"/>
    <dgm:cxn modelId="{FFBF9FF5-C6F3-4BEF-AE69-62C9A3DF443F}" type="presOf" srcId="{D9BE0133-335E-4C67-88EF-B313429C7A2D}" destId="{42D10D83-508D-4AA0-9B29-899FA338B86C}" srcOrd="1" destOrd="0" presId="urn:microsoft.com/office/officeart/2011/layout/CircleProcess"/>
    <dgm:cxn modelId="{D3F91FDE-8060-4E24-8F74-BBE35C6C366D}" type="presParOf" srcId="{3E21166B-74DA-4D4B-9F2C-BE9A5DEC373C}" destId="{57C016E6-3C20-427B-A387-9E132E65AB81}" srcOrd="0" destOrd="0" presId="urn:microsoft.com/office/officeart/2011/layout/CircleProcess"/>
    <dgm:cxn modelId="{5CF74934-6452-47CA-9E92-14C803B19D39}" type="presParOf" srcId="{57C016E6-3C20-427B-A387-9E132E65AB81}" destId="{A945050F-923B-412E-AD90-7B4A9902A685}" srcOrd="0" destOrd="0" presId="urn:microsoft.com/office/officeart/2011/layout/CircleProcess"/>
    <dgm:cxn modelId="{FB8A33C6-5B85-407C-9BFB-8EE7169FE8C5}" type="presParOf" srcId="{3E21166B-74DA-4D4B-9F2C-BE9A5DEC373C}" destId="{482B8C17-77AE-4BF6-B6AF-8673994AE3F4}" srcOrd="1" destOrd="0" presId="urn:microsoft.com/office/officeart/2011/layout/CircleProcess"/>
    <dgm:cxn modelId="{7552C5C7-EA14-4E60-85CC-C96D9997512F}" type="presParOf" srcId="{482B8C17-77AE-4BF6-B6AF-8673994AE3F4}" destId="{E2A18541-6042-4EAD-AA65-FA5B0DCCC301}" srcOrd="0" destOrd="0" presId="urn:microsoft.com/office/officeart/2011/layout/CircleProcess"/>
    <dgm:cxn modelId="{54914A2B-A3BA-4182-9C74-B87CA491A9E5}" type="presParOf" srcId="{3E21166B-74DA-4D4B-9F2C-BE9A5DEC373C}" destId="{B9FBEB9F-5FD6-4804-BEA9-E5F1F5130D08}" srcOrd="2" destOrd="0" presId="urn:microsoft.com/office/officeart/2011/layout/CircleProcess"/>
    <dgm:cxn modelId="{82221991-47D6-47C7-B247-E3A3EE9C26C1}" type="presParOf" srcId="{3E21166B-74DA-4D4B-9F2C-BE9A5DEC373C}" destId="{663D468A-3948-4DF2-9B90-4D66FBBCE868}" srcOrd="3" destOrd="0" presId="urn:microsoft.com/office/officeart/2011/layout/CircleProcess"/>
    <dgm:cxn modelId="{DC916F3C-4DA0-470D-9363-E649DCED5DAD}" type="presParOf" srcId="{663D468A-3948-4DF2-9B90-4D66FBBCE868}" destId="{7BDCA13B-9D97-4966-ADD0-BF6BF6D5950B}" srcOrd="0" destOrd="0" presId="urn:microsoft.com/office/officeart/2011/layout/CircleProcess"/>
    <dgm:cxn modelId="{1F8FBC9E-FF90-4F57-8447-C4E1EE193F9C}" type="presParOf" srcId="{3E21166B-74DA-4D4B-9F2C-BE9A5DEC373C}" destId="{74D7D668-B3E7-4CB4-AC07-BC4C1EB7E0DC}" srcOrd="4" destOrd="0" presId="urn:microsoft.com/office/officeart/2011/layout/CircleProcess"/>
    <dgm:cxn modelId="{D3C4F53F-0BB6-4BFD-976F-4138BC41793B}" type="presParOf" srcId="{74D7D668-B3E7-4CB4-AC07-BC4C1EB7E0DC}" destId="{6BA4B059-2855-49C5-BF0C-F713CA66BDA8}" srcOrd="0" destOrd="0" presId="urn:microsoft.com/office/officeart/2011/layout/CircleProcess"/>
    <dgm:cxn modelId="{4116A68A-D632-4827-ABFF-C27658776C25}" type="presParOf" srcId="{3E21166B-74DA-4D4B-9F2C-BE9A5DEC373C}" destId="{42D10D83-508D-4AA0-9B29-899FA338B86C}" srcOrd="5" destOrd="0" presId="urn:microsoft.com/office/officeart/2011/layout/CircleProcess"/>
    <dgm:cxn modelId="{5435F449-B205-4D6E-86D5-CBE933EA1E81}" type="presParOf" srcId="{3E21166B-74DA-4D4B-9F2C-BE9A5DEC373C}" destId="{9FD93D5C-3C27-4D35-A972-6E5911C96E02}" srcOrd="6" destOrd="0" presId="urn:microsoft.com/office/officeart/2011/layout/CircleProcess"/>
    <dgm:cxn modelId="{56559645-088C-4FAE-AA14-C7EAC64FC76D}" type="presParOf" srcId="{9FD93D5C-3C27-4D35-A972-6E5911C96E02}" destId="{CC48A84E-72AE-4122-B411-02D18FA564AB}" srcOrd="0" destOrd="0" presId="urn:microsoft.com/office/officeart/2011/layout/CircleProcess"/>
    <dgm:cxn modelId="{13965CC1-13B6-4C1A-9769-FE9D090E60E5}" type="presParOf" srcId="{3E21166B-74DA-4D4B-9F2C-BE9A5DEC373C}" destId="{B54E4A12-8221-4FA7-BBA8-BAC88B80937D}" srcOrd="7" destOrd="0" presId="urn:microsoft.com/office/officeart/2011/layout/CircleProcess"/>
    <dgm:cxn modelId="{7EDC2DA7-EAD5-4A78-AC4A-8BB92D045484}" type="presParOf" srcId="{B54E4A12-8221-4FA7-BBA8-BAC88B80937D}" destId="{A7080F90-6B2C-47D0-85FC-45C76E2225F1}" srcOrd="0" destOrd="0" presId="urn:microsoft.com/office/officeart/2011/layout/CircleProcess"/>
    <dgm:cxn modelId="{E55F3566-A551-4853-AFB2-7D7C545328AE}" type="presParOf" srcId="{3E21166B-74DA-4D4B-9F2C-BE9A5DEC373C}" destId="{0BA361CE-E605-43EF-BF31-1AE805564AF4}" srcOrd="8" destOrd="0" presId="urn:microsoft.com/office/officeart/2011/layout/CircleProcess"/>
    <dgm:cxn modelId="{E658ADC2-8499-41A3-A2BC-873EA29B0563}" type="presParOf" srcId="{3E21166B-74DA-4D4B-9F2C-BE9A5DEC373C}" destId="{77813DDC-4422-480A-A2BE-BEF0349784C3}" srcOrd="9" destOrd="0" presId="urn:microsoft.com/office/officeart/2011/layout/CircleProcess"/>
    <dgm:cxn modelId="{942F33D6-537D-400A-9725-20736FA9A938}" type="presParOf" srcId="{77813DDC-4422-480A-A2BE-BEF0349784C3}" destId="{8DE9145E-FFD0-44B6-80B4-68E36559DA32}" srcOrd="0" destOrd="0" presId="urn:microsoft.com/office/officeart/2011/layout/CircleProcess"/>
    <dgm:cxn modelId="{BA91925A-931C-44B3-88DC-83FA11C7C006}" type="presParOf" srcId="{3E21166B-74DA-4D4B-9F2C-BE9A5DEC373C}" destId="{898B9976-B454-47CA-A863-DE3B10837A22}" srcOrd="10" destOrd="0" presId="urn:microsoft.com/office/officeart/2011/layout/CircleProcess"/>
    <dgm:cxn modelId="{4AEBA39A-ED43-449D-9A38-53A7E1E910ED}" type="presParOf" srcId="{898B9976-B454-47CA-A863-DE3B10837A22}" destId="{2C19F4F5-6E4E-44E9-A122-C725EF8AEEB6}" srcOrd="0" destOrd="0" presId="urn:microsoft.com/office/officeart/2011/layout/CircleProcess"/>
    <dgm:cxn modelId="{0531400C-F6CB-4ABD-B83C-3DAECDD7F817}" type="presParOf" srcId="{3E21166B-74DA-4D4B-9F2C-BE9A5DEC373C}" destId="{B084BAA8-7223-4BE8-8103-00C8B572A99E}" srcOrd="11" destOrd="0" presId="urn:microsoft.com/office/officeart/2011/layout/CircleProcess"/>
    <dgm:cxn modelId="{AE194280-CC74-4374-A9F1-B1CEC2D1CC2C}" type="presParOf" srcId="{3E21166B-74DA-4D4B-9F2C-BE9A5DEC373C}" destId="{8B043215-0FC2-4736-B0DD-6F909C30CE3A}" srcOrd="12" destOrd="0" presId="urn:microsoft.com/office/officeart/2011/layout/CircleProcess"/>
    <dgm:cxn modelId="{C2EBEEA5-D860-41E2-9D13-6E995FD8183D}" type="presParOf" srcId="{8B043215-0FC2-4736-B0DD-6F909C30CE3A}" destId="{256BB3FA-FA97-41EA-93CE-F55949FF58BC}" srcOrd="0" destOrd="0" presId="urn:microsoft.com/office/officeart/2011/layout/CircleProcess"/>
    <dgm:cxn modelId="{FB46BC57-5DAC-40BB-850B-87AB59206100}" type="presParOf" srcId="{3E21166B-74DA-4D4B-9F2C-BE9A5DEC373C}" destId="{782A7CBE-6B2F-4AD9-B808-EACD583777AA}" srcOrd="13" destOrd="0" presId="urn:microsoft.com/office/officeart/2011/layout/CircleProcess"/>
    <dgm:cxn modelId="{4BE7F5EF-9A61-4B8C-94A8-D18DC4A1D3CF}" type="presParOf" srcId="{782A7CBE-6B2F-4AD9-B808-EACD583777AA}" destId="{91BD64BE-E7B4-4A5C-A979-B7EAA0CAC674}" srcOrd="0" destOrd="0" presId="urn:microsoft.com/office/officeart/2011/layout/CircleProcess"/>
    <dgm:cxn modelId="{5AC540AC-6B9C-46C4-903F-D1B0588967ED}" type="presParOf" srcId="{3E21166B-74DA-4D4B-9F2C-BE9A5DEC373C}" destId="{B841537E-DE97-42A6-A8F8-54EB042B5FD1}" srcOrd="14" destOrd="0" presId="urn:microsoft.com/office/officeart/2011/layout/CircleProcess"/>
    <dgm:cxn modelId="{B5D2E842-E5E0-42D1-98B4-431733F449D5}" type="presParOf" srcId="{3E21166B-74DA-4D4B-9F2C-BE9A5DEC373C}" destId="{DE32F095-589E-4DB5-9FD5-791986C0505B}" srcOrd="15" destOrd="0" presId="urn:microsoft.com/office/officeart/2011/layout/CircleProcess"/>
    <dgm:cxn modelId="{C717987C-1DBF-4A9A-B165-92840439556A}" type="presParOf" srcId="{DE32F095-589E-4DB5-9FD5-791986C0505B}" destId="{706F90FC-57F3-4BA3-B6A4-E3A32DA36B89}" srcOrd="0" destOrd="0" presId="urn:microsoft.com/office/officeart/2011/layout/CircleProcess"/>
    <dgm:cxn modelId="{424C4A91-A882-422B-962A-7CD54B6CC2AE}" type="presParOf" srcId="{3E21166B-74DA-4D4B-9F2C-BE9A5DEC373C}" destId="{317A3570-CBD9-4A1D-A90C-50E7C7D7F299}" srcOrd="16" destOrd="0" presId="urn:microsoft.com/office/officeart/2011/layout/CircleProcess"/>
    <dgm:cxn modelId="{63E6A3FC-178A-4952-96F2-ADFD52360BB2}" type="presParOf" srcId="{317A3570-CBD9-4A1D-A90C-50E7C7D7F299}" destId="{AB0B420D-39DD-4114-AF35-10B31D687B75}" srcOrd="0" destOrd="0" presId="urn:microsoft.com/office/officeart/2011/layout/CircleProcess"/>
    <dgm:cxn modelId="{6076B970-3389-45B2-A940-04FD018DB1BD}" type="presParOf" srcId="{3E21166B-74DA-4D4B-9F2C-BE9A5DEC373C}" destId="{851ECEA8-E194-4B70-97AE-E61C42B43EA6}" srcOrd="17" destOrd="0" presId="urn:microsoft.com/office/officeart/2011/layout/Circle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38CE11-A86C-4C25-8383-D014E8B613A2}" type="doc">
      <dgm:prSet loTypeId="urn:microsoft.com/office/officeart/2005/8/layout/hProcess9" loCatId="process" qsTypeId="urn:microsoft.com/office/officeart/2005/8/quickstyle/simple1" qsCatId="simple" csTypeId="urn:microsoft.com/office/officeart/2005/8/colors/accent0_1" csCatId="mainScheme" phldr="1"/>
      <dgm:spPr/>
      <dgm:t>
        <a:bodyPr/>
        <a:lstStyle/>
        <a:p>
          <a:endParaRPr lang="en-US"/>
        </a:p>
      </dgm:t>
    </dgm:pt>
    <dgm:pt modelId="{93EB1D99-E0F9-46BB-AEB7-4B6C1B0EB2B4}">
      <dgm:prSet/>
      <dgm:spPr/>
      <dgm:t>
        <a:bodyPr/>
        <a:lstStyle/>
        <a:p>
          <a:pPr rtl="0"/>
          <a:r>
            <a:rPr lang="en-US" dirty="0"/>
            <a:t>Training a single large neural net with two hidden layers of 1200 rectified linear hidden units on all 60000 training cases.</a:t>
          </a:r>
        </a:p>
      </dgm:t>
    </dgm:pt>
    <dgm:pt modelId="{E42B622A-ADE4-4500-908C-8C3F8B77931F}" type="parTrans" cxnId="{F6559C8E-9ADD-47B1-8CE4-1D15FC3FB6ED}">
      <dgm:prSet/>
      <dgm:spPr/>
      <dgm:t>
        <a:bodyPr/>
        <a:lstStyle/>
        <a:p>
          <a:endParaRPr lang="en-US"/>
        </a:p>
      </dgm:t>
    </dgm:pt>
    <dgm:pt modelId="{6880318B-F83A-4A6E-A261-184EC32A8E1E}" type="sibTrans" cxnId="{F6559C8E-9ADD-47B1-8CE4-1D15FC3FB6ED}">
      <dgm:prSet/>
      <dgm:spPr/>
      <dgm:t>
        <a:bodyPr/>
        <a:lstStyle/>
        <a:p>
          <a:endParaRPr lang="en-US"/>
        </a:p>
      </dgm:t>
    </dgm:pt>
    <dgm:pt modelId="{27DA0F45-6569-4A80-9669-F4BF9464BCAC}">
      <dgm:prSet/>
      <dgm:spPr/>
      <dgm:t>
        <a:bodyPr/>
        <a:lstStyle/>
        <a:p>
          <a:pPr rtl="0"/>
          <a:r>
            <a:rPr lang="en-US" dirty="0"/>
            <a:t>This net achieved 67 test errors whereas a smaller net with two hidden layers of 800 rectified linear hidden units and no regularization achieved 146 errors.</a:t>
          </a:r>
        </a:p>
      </dgm:t>
    </dgm:pt>
    <dgm:pt modelId="{994C093E-CDAA-4C21-936C-B7688F26FF1B}" type="parTrans" cxnId="{FEF16D0F-1295-4D52-BF10-F0359919E5A5}">
      <dgm:prSet/>
      <dgm:spPr/>
      <dgm:t>
        <a:bodyPr/>
        <a:lstStyle/>
        <a:p>
          <a:endParaRPr lang="en-US"/>
        </a:p>
      </dgm:t>
    </dgm:pt>
    <dgm:pt modelId="{14081A41-B70B-44BD-A698-827BFFB67C46}" type="sibTrans" cxnId="{FEF16D0F-1295-4D52-BF10-F0359919E5A5}">
      <dgm:prSet/>
      <dgm:spPr/>
      <dgm:t>
        <a:bodyPr/>
        <a:lstStyle/>
        <a:p>
          <a:endParaRPr lang="en-US"/>
        </a:p>
      </dgm:t>
    </dgm:pt>
    <dgm:pt modelId="{10FA7716-6E40-4A27-9F3A-9FA4F9E8ABD0}">
      <dgm:prSet/>
      <dgm:spPr/>
      <dgm:t>
        <a:bodyPr/>
        <a:lstStyle/>
        <a:p>
          <a:pPr rtl="0"/>
          <a:r>
            <a:rPr lang="en-US"/>
            <a:t>Close Results after distillation.</a:t>
          </a:r>
          <a:endParaRPr lang="en-US" dirty="0"/>
        </a:p>
      </dgm:t>
    </dgm:pt>
    <dgm:pt modelId="{3F107FC1-5E3A-4271-B209-03BEE6290798}" type="parTrans" cxnId="{9EA3AC0E-1A3B-4985-B0DB-F5EF14E33835}">
      <dgm:prSet/>
      <dgm:spPr/>
      <dgm:t>
        <a:bodyPr/>
        <a:lstStyle/>
        <a:p>
          <a:endParaRPr lang="en-US"/>
        </a:p>
      </dgm:t>
    </dgm:pt>
    <dgm:pt modelId="{9A425D36-F372-4748-94B4-9B646F77190F}" type="sibTrans" cxnId="{9EA3AC0E-1A3B-4985-B0DB-F5EF14E33835}">
      <dgm:prSet/>
      <dgm:spPr/>
      <dgm:t>
        <a:bodyPr/>
        <a:lstStyle/>
        <a:p>
          <a:endParaRPr lang="en-US"/>
        </a:p>
      </dgm:t>
    </dgm:pt>
    <dgm:pt modelId="{DC821C8F-37A1-4747-99A8-95FA95091658}" type="pres">
      <dgm:prSet presAssocID="{5C38CE11-A86C-4C25-8383-D014E8B613A2}" presName="CompostProcess" presStyleCnt="0">
        <dgm:presLayoutVars>
          <dgm:dir/>
          <dgm:resizeHandles val="exact"/>
        </dgm:presLayoutVars>
      </dgm:prSet>
      <dgm:spPr/>
      <dgm:t>
        <a:bodyPr/>
        <a:lstStyle/>
        <a:p>
          <a:endParaRPr lang="en-US"/>
        </a:p>
      </dgm:t>
    </dgm:pt>
    <dgm:pt modelId="{6FAC395F-08BE-44CF-AA82-1D11AF7BA18C}" type="pres">
      <dgm:prSet presAssocID="{5C38CE11-A86C-4C25-8383-D014E8B613A2}" presName="arrow" presStyleLbl="bgShp" presStyleIdx="0" presStyleCnt="1"/>
      <dgm:spPr/>
    </dgm:pt>
    <dgm:pt modelId="{04291362-A282-47D3-BC29-7918E1DCD659}" type="pres">
      <dgm:prSet presAssocID="{5C38CE11-A86C-4C25-8383-D014E8B613A2}" presName="linearProcess" presStyleCnt="0"/>
      <dgm:spPr/>
    </dgm:pt>
    <dgm:pt modelId="{AACF7D73-0CD9-47FE-B22F-52F5EB9267B9}" type="pres">
      <dgm:prSet presAssocID="{93EB1D99-E0F9-46BB-AEB7-4B6C1B0EB2B4}" presName="textNode" presStyleLbl="node1" presStyleIdx="0" presStyleCnt="3">
        <dgm:presLayoutVars>
          <dgm:bulletEnabled val="1"/>
        </dgm:presLayoutVars>
      </dgm:prSet>
      <dgm:spPr/>
      <dgm:t>
        <a:bodyPr/>
        <a:lstStyle/>
        <a:p>
          <a:endParaRPr lang="en-US"/>
        </a:p>
      </dgm:t>
    </dgm:pt>
    <dgm:pt modelId="{FE280DB9-68E3-411E-B18D-76FE3BDF8744}" type="pres">
      <dgm:prSet presAssocID="{6880318B-F83A-4A6E-A261-184EC32A8E1E}" presName="sibTrans" presStyleCnt="0"/>
      <dgm:spPr/>
    </dgm:pt>
    <dgm:pt modelId="{A9BCEA2D-592D-41A1-B53F-33F89231E525}" type="pres">
      <dgm:prSet presAssocID="{27DA0F45-6569-4A80-9669-F4BF9464BCAC}" presName="textNode" presStyleLbl="node1" presStyleIdx="1" presStyleCnt="3">
        <dgm:presLayoutVars>
          <dgm:bulletEnabled val="1"/>
        </dgm:presLayoutVars>
      </dgm:prSet>
      <dgm:spPr/>
      <dgm:t>
        <a:bodyPr/>
        <a:lstStyle/>
        <a:p>
          <a:endParaRPr lang="en-US"/>
        </a:p>
      </dgm:t>
    </dgm:pt>
    <dgm:pt modelId="{3FD3175A-57C0-4D96-91B3-EC5C6030F699}" type="pres">
      <dgm:prSet presAssocID="{14081A41-B70B-44BD-A698-827BFFB67C46}" presName="sibTrans" presStyleCnt="0"/>
      <dgm:spPr/>
    </dgm:pt>
    <dgm:pt modelId="{4A2088F5-7DD4-40AE-8942-4F6C91C49E29}" type="pres">
      <dgm:prSet presAssocID="{10FA7716-6E40-4A27-9F3A-9FA4F9E8ABD0}" presName="textNode" presStyleLbl="node1" presStyleIdx="2" presStyleCnt="3">
        <dgm:presLayoutVars>
          <dgm:bulletEnabled val="1"/>
        </dgm:presLayoutVars>
      </dgm:prSet>
      <dgm:spPr/>
      <dgm:t>
        <a:bodyPr/>
        <a:lstStyle/>
        <a:p>
          <a:endParaRPr lang="en-US"/>
        </a:p>
      </dgm:t>
    </dgm:pt>
  </dgm:ptLst>
  <dgm:cxnLst>
    <dgm:cxn modelId="{C598DF13-9116-466A-9D43-B294B1AF6933}" type="presOf" srcId="{93EB1D99-E0F9-46BB-AEB7-4B6C1B0EB2B4}" destId="{AACF7D73-0CD9-47FE-B22F-52F5EB9267B9}" srcOrd="0" destOrd="0" presId="urn:microsoft.com/office/officeart/2005/8/layout/hProcess9"/>
    <dgm:cxn modelId="{63FCE164-BD3B-480E-AA21-D53F3CC665F6}" type="presOf" srcId="{5C38CE11-A86C-4C25-8383-D014E8B613A2}" destId="{DC821C8F-37A1-4747-99A8-95FA95091658}" srcOrd="0" destOrd="0" presId="urn:microsoft.com/office/officeart/2005/8/layout/hProcess9"/>
    <dgm:cxn modelId="{50E6A664-309D-4453-98B0-BB2790DC5607}" type="presOf" srcId="{10FA7716-6E40-4A27-9F3A-9FA4F9E8ABD0}" destId="{4A2088F5-7DD4-40AE-8942-4F6C91C49E29}" srcOrd="0" destOrd="0" presId="urn:microsoft.com/office/officeart/2005/8/layout/hProcess9"/>
    <dgm:cxn modelId="{9EA3AC0E-1A3B-4985-B0DB-F5EF14E33835}" srcId="{5C38CE11-A86C-4C25-8383-D014E8B613A2}" destId="{10FA7716-6E40-4A27-9F3A-9FA4F9E8ABD0}" srcOrd="2" destOrd="0" parTransId="{3F107FC1-5E3A-4271-B209-03BEE6290798}" sibTransId="{9A425D36-F372-4748-94B4-9B646F77190F}"/>
    <dgm:cxn modelId="{688A75EB-6B99-4900-9914-69DE50374CE9}" type="presOf" srcId="{27DA0F45-6569-4A80-9669-F4BF9464BCAC}" destId="{A9BCEA2D-592D-41A1-B53F-33F89231E525}" srcOrd="0" destOrd="0" presId="urn:microsoft.com/office/officeart/2005/8/layout/hProcess9"/>
    <dgm:cxn modelId="{FEF16D0F-1295-4D52-BF10-F0359919E5A5}" srcId="{5C38CE11-A86C-4C25-8383-D014E8B613A2}" destId="{27DA0F45-6569-4A80-9669-F4BF9464BCAC}" srcOrd="1" destOrd="0" parTransId="{994C093E-CDAA-4C21-936C-B7688F26FF1B}" sibTransId="{14081A41-B70B-44BD-A698-827BFFB67C46}"/>
    <dgm:cxn modelId="{F6559C8E-9ADD-47B1-8CE4-1D15FC3FB6ED}" srcId="{5C38CE11-A86C-4C25-8383-D014E8B613A2}" destId="{93EB1D99-E0F9-46BB-AEB7-4B6C1B0EB2B4}" srcOrd="0" destOrd="0" parTransId="{E42B622A-ADE4-4500-908C-8C3F8B77931F}" sibTransId="{6880318B-F83A-4A6E-A261-184EC32A8E1E}"/>
    <dgm:cxn modelId="{59D11753-2142-4DE1-92C5-889CC20F1ED9}" type="presParOf" srcId="{DC821C8F-37A1-4747-99A8-95FA95091658}" destId="{6FAC395F-08BE-44CF-AA82-1D11AF7BA18C}" srcOrd="0" destOrd="0" presId="urn:microsoft.com/office/officeart/2005/8/layout/hProcess9"/>
    <dgm:cxn modelId="{D103AA3A-4232-431A-9E92-C30073CB2C8E}" type="presParOf" srcId="{DC821C8F-37A1-4747-99A8-95FA95091658}" destId="{04291362-A282-47D3-BC29-7918E1DCD659}" srcOrd="1" destOrd="0" presId="urn:microsoft.com/office/officeart/2005/8/layout/hProcess9"/>
    <dgm:cxn modelId="{29141E22-D55A-49EE-8C5E-E3AC5C3EAA81}" type="presParOf" srcId="{04291362-A282-47D3-BC29-7918E1DCD659}" destId="{AACF7D73-0CD9-47FE-B22F-52F5EB9267B9}" srcOrd="0" destOrd="0" presId="urn:microsoft.com/office/officeart/2005/8/layout/hProcess9"/>
    <dgm:cxn modelId="{29E1F9FF-D87E-4406-BD07-35D9325EF328}" type="presParOf" srcId="{04291362-A282-47D3-BC29-7918E1DCD659}" destId="{FE280DB9-68E3-411E-B18D-76FE3BDF8744}" srcOrd="1" destOrd="0" presId="urn:microsoft.com/office/officeart/2005/8/layout/hProcess9"/>
    <dgm:cxn modelId="{F9CFFFD1-57AC-4294-A8F9-0BD001FA0E5C}" type="presParOf" srcId="{04291362-A282-47D3-BC29-7918E1DCD659}" destId="{A9BCEA2D-592D-41A1-B53F-33F89231E525}" srcOrd="2" destOrd="0" presId="urn:microsoft.com/office/officeart/2005/8/layout/hProcess9"/>
    <dgm:cxn modelId="{123C210A-9797-49AA-A571-EA0142A2D4C0}" type="presParOf" srcId="{04291362-A282-47D3-BC29-7918E1DCD659}" destId="{3FD3175A-57C0-4D96-91B3-EC5C6030F699}" srcOrd="3" destOrd="0" presId="urn:microsoft.com/office/officeart/2005/8/layout/hProcess9"/>
    <dgm:cxn modelId="{FA018EF5-84E1-4A40-AF47-7C21BAE6A5C1}" type="presParOf" srcId="{04291362-A282-47D3-BC29-7918E1DCD659}" destId="{4A2088F5-7DD4-40AE-8942-4F6C91C49E29}"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5C38CE11-A86C-4C25-8383-D014E8B613A2}" type="doc">
      <dgm:prSet loTypeId="urn:microsoft.com/office/officeart/2005/8/layout/hProcess9" loCatId="process" qsTypeId="urn:microsoft.com/office/officeart/2005/8/quickstyle/simple1" qsCatId="simple" csTypeId="urn:microsoft.com/office/officeart/2005/8/colors/accent0_1" csCatId="mainScheme" phldr="1"/>
      <dgm:spPr/>
      <dgm:t>
        <a:bodyPr/>
        <a:lstStyle/>
        <a:p>
          <a:endParaRPr lang="en-US"/>
        </a:p>
      </dgm:t>
    </dgm:pt>
    <dgm:pt modelId="{93EB1D99-E0F9-46BB-AEB7-4B6C1B0EB2B4}">
      <dgm:prSet/>
      <dgm:spPr/>
      <dgm:t>
        <a:bodyPr/>
        <a:lstStyle/>
        <a:p>
          <a:pPr rtl="0"/>
          <a:r>
            <a:rPr lang="en-GB" dirty="0"/>
            <a:t>Investigating the effects of </a:t>
          </a:r>
          <a:r>
            <a:rPr lang="en-GB" dirty="0" err="1"/>
            <a:t>ensembling</a:t>
          </a:r>
          <a:r>
            <a:rPr lang="en-GB" dirty="0"/>
            <a:t> Deep Neural Network acoustic models that are used in Automatic Speech Recognition </a:t>
          </a:r>
          <a:endParaRPr lang="en-US" dirty="0"/>
        </a:p>
      </dgm:t>
    </dgm:pt>
    <dgm:pt modelId="{E42B622A-ADE4-4500-908C-8C3F8B77931F}" type="parTrans" cxnId="{F6559C8E-9ADD-47B1-8CE4-1D15FC3FB6ED}">
      <dgm:prSet/>
      <dgm:spPr/>
      <dgm:t>
        <a:bodyPr/>
        <a:lstStyle/>
        <a:p>
          <a:endParaRPr lang="en-US"/>
        </a:p>
      </dgm:t>
    </dgm:pt>
    <dgm:pt modelId="{6880318B-F83A-4A6E-A261-184EC32A8E1E}" type="sibTrans" cxnId="{F6559C8E-9ADD-47B1-8CE4-1D15FC3FB6ED}">
      <dgm:prSet/>
      <dgm:spPr/>
      <dgm:t>
        <a:bodyPr/>
        <a:lstStyle/>
        <a:p>
          <a:endParaRPr lang="en-US"/>
        </a:p>
      </dgm:t>
    </dgm:pt>
    <dgm:pt modelId="{27DA0F45-6569-4A80-9669-F4BF9464BCAC}">
      <dgm:prSet/>
      <dgm:spPr/>
      <dgm:t>
        <a:bodyPr/>
        <a:lstStyle/>
        <a:p>
          <a:pPr rtl="0"/>
          <a:r>
            <a:rPr lang="en-US" dirty="0"/>
            <a:t>an architecture with 8 hidden layers each containing 2560 rectified linear units and a final </a:t>
          </a:r>
          <a:r>
            <a:rPr lang="en-US" dirty="0" err="1"/>
            <a:t>softmax</a:t>
          </a:r>
          <a:r>
            <a:rPr lang="en-US" dirty="0"/>
            <a:t> layer with 14,000 labels. </a:t>
          </a:r>
        </a:p>
      </dgm:t>
    </dgm:pt>
    <dgm:pt modelId="{994C093E-CDAA-4C21-936C-B7688F26FF1B}" type="parTrans" cxnId="{FEF16D0F-1295-4D52-BF10-F0359919E5A5}">
      <dgm:prSet/>
      <dgm:spPr/>
      <dgm:t>
        <a:bodyPr/>
        <a:lstStyle/>
        <a:p>
          <a:endParaRPr lang="en-US"/>
        </a:p>
      </dgm:t>
    </dgm:pt>
    <dgm:pt modelId="{14081A41-B70B-44BD-A698-827BFFB67C46}" type="sibTrans" cxnId="{FEF16D0F-1295-4D52-BF10-F0359919E5A5}">
      <dgm:prSet/>
      <dgm:spPr/>
      <dgm:t>
        <a:bodyPr/>
        <a:lstStyle/>
        <a:p>
          <a:endParaRPr lang="en-US"/>
        </a:p>
      </dgm:t>
    </dgm:pt>
    <dgm:pt modelId="{10FA7716-6E40-4A27-9F3A-9FA4F9E8ABD0}">
      <dgm:prSet/>
      <dgm:spPr/>
      <dgm:t>
        <a:bodyPr/>
        <a:lstStyle/>
        <a:p>
          <a:pPr rtl="0"/>
          <a:r>
            <a:rPr lang="en-GB" dirty="0"/>
            <a:t>test frame accuracy: 60.8% and WER: 10.7%</a:t>
          </a:r>
          <a:r>
            <a:rPr lang="en-US" dirty="0"/>
            <a:t>.</a:t>
          </a:r>
        </a:p>
      </dgm:t>
    </dgm:pt>
    <dgm:pt modelId="{3F107FC1-5E3A-4271-B209-03BEE6290798}" type="parTrans" cxnId="{9EA3AC0E-1A3B-4985-B0DB-F5EF14E33835}">
      <dgm:prSet/>
      <dgm:spPr/>
      <dgm:t>
        <a:bodyPr/>
        <a:lstStyle/>
        <a:p>
          <a:endParaRPr lang="en-US"/>
        </a:p>
      </dgm:t>
    </dgm:pt>
    <dgm:pt modelId="{9A425D36-F372-4748-94B4-9B646F77190F}" type="sibTrans" cxnId="{9EA3AC0E-1A3B-4985-B0DB-F5EF14E33835}">
      <dgm:prSet/>
      <dgm:spPr/>
      <dgm:t>
        <a:bodyPr/>
        <a:lstStyle/>
        <a:p>
          <a:endParaRPr lang="en-US"/>
        </a:p>
      </dgm:t>
    </dgm:pt>
    <dgm:pt modelId="{DC821C8F-37A1-4747-99A8-95FA95091658}" type="pres">
      <dgm:prSet presAssocID="{5C38CE11-A86C-4C25-8383-D014E8B613A2}" presName="CompostProcess" presStyleCnt="0">
        <dgm:presLayoutVars>
          <dgm:dir/>
          <dgm:resizeHandles val="exact"/>
        </dgm:presLayoutVars>
      </dgm:prSet>
      <dgm:spPr/>
      <dgm:t>
        <a:bodyPr/>
        <a:lstStyle/>
        <a:p>
          <a:endParaRPr lang="en-US"/>
        </a:p>
      </dgm:t>
    </dgm:pt>
    <dgm:pt modelId="{6FAC395F-08BE-44CF-AA82-1D11AF7BA18C}" type="pres">
      <dgm:prSet presAssocID="{5C38CE11-A86C-4C25-8383-D014E8B613A2}" presName="arrow" presStyleLbl="bgShp" presStyleIdx="0" presStyleCnt="1"/>
      <dgm:spPr/>
    </dgm:pt>
    <dgm:pt modelId="{04291362-A282-47D3-BC29-7918E1DCD659}" type="pres">
      <dgm:prSet presAssocID="{5C38CE11-A86C-4C25-8383-D014E8B613A2}" presName="linearProcess" presStyleCnt="0"/>
      <dgm:spPr/>
    </dgm:pt>
    <dgm:pt modelId="{AACF7D73-0CD9-47FE-B22F-52F5EB9267B9}" type="pres">
      <dgm:prSet presAssocID="{93EB1D99-E0F9-46BB-AEB7-4B6C1B0EB2B4}" presName="textNode" presStyleLbl="node1" presStyleIdx="0" presStyleCnt="3">
        <dgm:presLayoutVars>
          <dgm:bulletEnabled val="1"/>
        </dgm:presLayoutVars>
      </dgm:prSet>
      <dgm:spPr/>
      <dgm:t>
        <a:bodyPr/>
        <a:lstStyle/>
        <a:p>
          <a:endParaRPr lang="en-US"/>
        </a:p>
      </dgm:t>
    </dgm:pt>
    <dgm:pt modelId="{FE280DB9-68E3-411E-B18D-76FE3BDF8744}" type="pres">
      <dgm:prSet presAssocID="{6880318B-F83A-4A6E-A261-184EC32A8E1E}" presName="sibTrans" presStyleCnt="0"/>
      <dgm:spPr/>
    </dgm:pt>
    <dgm:pt modelId="{A9BCEA2D-592D-41A1-B53F-33F89231E525}" type="pres">
      <dgm:prSet presAssocID="{27DA0F45-6569-4A80-9669-F4BF9464BCAC}" presName="textNode" presStyleLbl="node1" presStyleIdx="1" presStyleCnt="3">
        <dgm:presLayoutVars>
          <dgm:bulletEnabled val="1"/>
        </dgm:presLayoutVars>
      </dgm:prSet>
      <dgm:spPr/>
      <dgm:t>
        <a:bodyPr/>
        <a:lstStyle/>
        <a:p>
          <a:endParaRPr lang="en-US"/>
        </a:p>
      </dgm:t>
    </dgm:pt>
    <dgm:pt modelId="{3FD3175A-57C0-4D96-91B3-EC5C6030F699}" type="pres">
      <dgm:prSet presAssocID="{14081A41-B70B-44BD-A698-827BFFB67C46}" presName="sibTrans" presStyleCnt="0"/>
      <dgm:spPr/>
    </dgm:pt>
    <dgm:pt modelId="{4A2088F5-7DD4-40AE-8942-4F6C91C49E29}" type="pres">
      <dgm:prSet presAssocID="{10FA7716-6E40-4A27-9F3A-9FA4F9E8ABD0}" presName="textNode" presStyleLbl="node1" presStyleIdx="2" presStyleCnt="3">
        <dgm:presLayoutVars>
          <dgm:bulletEnabled val="1"/>
        </dgm:presLayoutVars>
      </dgm:prSet>
      <dgm:spPr/>
      <dgm:t>
        <a:bodyPr/>
        <a:lstStyle/>
        <a:p>
          <a:endParaRPr lang="en-US"/>
        </a:p>
      </dgm:t>
    </dgm:pt>
  </dgm:ptLst>
  <dgm:cxnLst>
    <dgm:cxn modelId="{C598DF13-9116-466A-9D43-B294B1AF6933}" type="presOf" srcId="{93EB1D99-E0F9-46BB-AEB7-4B6C1B0EB2B4}" destId="{AACF7D73-0CD9-47FE-B22F-52F5EB9267B9}" srcOrd="0" destOrd="0" presId="urn:microsoft.com/office/officeart/2005/8/layout/hProcess9"/>
    <dgm:cxn modelId="{63FCE164-BD3B-480E-AA21-D53F3CC665F6}" type="presOf" srcId="{5C38CE11-A86C-4C25-8383-D014E8B613A2}" destId="{DC821C8F-37A1-4747-99A8-95FA95091658}" srcOrd="0" destOrd="0" presId="urn:microsoft.com/office/officeart/2005/8/layout/hProcess9"/>
    <dgm:cxn modelId="{50E6A664-309D-4453-98B0-BB2790DC5607}" type="presOf" srcId="{10FA7716-6E40-4A27-9F3A-9FA4F9E8ABD0}" destId="{4A2088F5-7DD4-40AE-8942-4F6C91C49E29}" srcOrd="0" destOrd="0" presId="urn:microsoft.com/office/officeart/2005/8/layout/hProcess9"/>
    <dgm:cxn modelId="{9EA3AC0E-1A3B-4985-B0DB-F5EF14E33835}" srcId="{5C38CE11-A86C-4C25-8383-D014E8B613A2}" destId="{10FA7716-6E40-4A27-9F3A-9FA4F9E8ABD0}" srcOrd="2" destOrd="0" parTransId="{3F107FC1-5E3A-4271-B209-03BEE6290798}" sibTransId="{9A425D36-F372-4748-94B4-9B646F77190F}"/>
    <dgm:cxn modelId="{688A75EB-6B99-4900-9914-69DE50374CE9}" type="presOf" srcId="{27DA0F45-6569-4A80-9669-F4BF9464BCAC}" destId="{A9BCEA2D-592D-41A1-B53F-33F89231E525}" srcOrd="0" destOrd="0" presId="urn:microsoft.com/office/officeart/2005/8/layout/hProcess9"/>
    <dgm:cxn modelId="{FEF16D0F-1295-4D52-BF10-F0359919E5A5}" srcId="{5C38CE11-A86C-4C25-8383-D014E8B613A2}" destId="{27DA0F45-6569-4A80-9669-F4BF9464BCAC}" srcOrd="1" destOrd="0" parTransId="{994C093E-CDAA-4C21-936C-B7688F26FF1B}" sibTransId="{14081A41-B70B-44BD-A698-827BFFB67C46}"/>
    <dgm:cxn modelId="{F6559C8E-9ADD-47B1-8CE4-1D15FC3FB6ED}" srcId="{5C38CE11-A86C-4C25-8383-D014E8B613A2}" destId="{93EB1D99-E0F9-46BB-AEB7-4B6C1B0EB2B4}" srcOrd="0" destOrd="0" parTransId="{E42B622A-ADE4-4500-908C-8C3F8B77931F}" sibTransId="{6880318B-F83A-4A6E-A261-184EC32A8E1E}"/>
    <dgm:cxn modelId="{59D11753-2142-4DE1-92C5-889CC20F1ED9}" type="presParOf" srcId="{DC821C8F-37A1-4747-99A8-95FA95091658}" destId="{6FAC395F-08BE-44CF-AA82-1D11AF7BA18C}" srcOrd="0" destOrd="0" presId="urn:microsoft.com/office/officeart/2005/8/layout/hProcess9"/>
    <dgm:cxn modelId="{D103AA3A-4232-431A-9E92-C30073CB2C8E}" type="presParOf" srcId="{DC821C8F-37A1-4747-99A8-95FA95091658}" destId="{04291362-A282-47D3-BC29-7918E1DCD659}" srcOrd="1" destOrd="0" presId="urn:microsoft.com/office/officeart/2005/8/layout/hProcess9"/>
    <dgm:cxn modelId="{29141E22-D55A-49EE-8C5E-E3AC5C3EAA81}" type="presParOf" srcId="{04291362-A282-47D3-BC29-7918E1DCD659}" destId="{AACF7D73-0CD9-47FE-B22F-52F5EB9267B9}" srcOrd="0" destOrd="0" presId="urn:microsoft.com/office/officeart/2005/8/layout/hProcess9"/>
    <dgm:cxn modelId="{29E1F9FF-D87E-4406-BD07-35D9325EF328}" type="presParOf" srcId="{04291362-A282-47D3-BC29-7918E1DCD659}" destId="{FE280DB9-68E3-411E-B18D-76FE3BDF8744}" srcOrd="1" destOrd="0" presId="urn:microsoft.com/office/officeart/2005/8/layout/hProcess9"/>
    <dgm:cxn modelId="{F9CFFFD1-57AC-4294-A8F9-0BD001FA0E5C}" type="presParOf" srcId="{04291362-A282-47D3-BC29-7918E1DCD659}" destId="{A9BCEA2D-592D-41A1-B53F-33F89231E525}" srcOrd="2" destOrd="0" presId="urn:microsoft.com/office/officeart/2005/8/layout/hProcess9"/>
    <dgm:cxn modelId="{123C210A-9797-49AA-A571-EA0142A2D4C0}" type="presParOf" srcId="{04291362-A282-47D3-BC29-7918E1DCD659}" destId="{3FD3175A-57C0-4D96-91B3-EC5C6030F699}" srcOrd="3" destOrd="0" presId="urn:microsoft.com/office/officeart/2005/8/layout/hProcess9"/>
    <dgm:cxn modelId="{FA018EF5-84E1-4A40-AF47-7C21BAE6A5C1}" type="presParOf" srcId="{04291362-A282-47D3-BC29-7918E1DCD659}" destId="{4A2088F5-7DD4-40AE-8942-4F6C91C49E29}"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38CE11-A86C-4C25-8383-D014E8B613A2}" type="doc">
      <dgm:prSet loTypeId="urn:microsoft.com/office/officeart/2005/8/layout/hProcess9" loCatId="process" qsTypeId="urn:microsoft.com/office/officeart/2005/8/quickstyle/simple1" qsCatId="simple" csTypeId="urn:microsoft.com/office/officeart/2005/8/colors/accent0_1" csCatId="mainScheme" phldr="1"/>
      <dgm:spPr/>
      <dgm:t>
        <a:bodyPr/>
        <a:lstStyle/>
        <a:p>
          <a:endParaRPr lang="en-US"/>
        </a:p>
      </dgm:t>
    </dgm:pt>
    <dgm:pt modelId="{93EB1D99-E0F9-46BB-AEB7-4B6C1B0EB2B4}">
      <dgm:prSet/>
      <dgm:spPr/>
      <dgm:t>
        <a:bodyPr/>
        <a:lstStyle/>
        <a:p>
          <a:pPr rtl="0"/>
          <a:r>
            <a:rPr lang="en-GB" dirty="0"/>
            <a:t>training one generalist model on all the types of data and many specialist models where each one of them is trained</a:t>
          </a:r>
          <a:endParaRPr lang="en-US" dirty="0"/>
        </a:p>
      </dgm:t>
    </dgm:pt>
    <dgm:pt modelId="{E42B622A-ADE4-4500-908C-8C3F8B77931F}" type="parTrans" cxnId="{F6559C8E-9ADD-47B1-8CE4-1D15FC3FB6ED}">
      <dgm:prSet/>
      <dgm:spPr/>
      <dgm:t>
        <a:bodyPr/>
        <a:lstStyle/>
        <a:p>
          <a:endParaRPr lang="en-US"/>
        </a:p>
      </dgm:t>
    </dgm:pt>
    <dgm:pt modelId="{6880318B-F83A-4A6E-A261-184EC32A8E1E}" type="sibTrans" cxnId="{F6559C8E-9ADD-47B1-8CE4-1D15FC3FB6ED}">
      <dgm:prSet/>
      <dgm:spPr/>
      <dgm:t>
        <a:bodyPr/>
        <a:lstStyle/>
        <a:p>
          <a:endParaRPr lang="en-US"/>
        </a:p>
      </dgm:t>
    </dgm:pt>
    <dgm:pt modelId="{27DA0F45-6569-4A80-9669-F4BF9464BCAC}">
      <dgm:prSet/>
      <dgm:spPr/>
      <dgm:t>
        <a:bodyPr/>
        <a:lstStyle/>
        <a:p>
          <a:pPr rtl="0"/>
          <a:r>
            <a:rPr lang="en-US" dirty="0"/>
            <a:t>JFT DATASET: an internal Google dataset that has 100 million labeled images with 15,000 labels</a:t>
          </a:r>
        </a:p>
      </dgm:t>
    </dgm:pt>
    <dgm:pt modelId="{994C093E-CDAA-4C21-936C-B7688F26FF1B}" type="parTrans" cxnId="{FEF16D0F-1295-4D52-BF10-F0359919E5A5}">
      <dgm:prSet/>
      <dgm:spPr/>
      <dgm:t>
        <a:bodyPr/>
        <a:lstStyle/>
        <a:p>
          <a:endParaRPr lang="en-US"/>
        </a:p>
      </dgm:t>
    </dgm:pt>
    <dgm:pt modelId="{14081A41-B70B-44BD-A698-827BFFB67C46}" type="sibTrans" cxnId="{FEF16D0F-1295-4D52-BF10-F0359919E5A5}">
      <dgm:prSet/>
      <dgm:spPr/>
      <dgm:t>
        <a:bodyPr/>
        <a:lstStyle/>
        <a:p>
          <a:endParaRPr lang="en-US"/>
        </a:p>
      </dgm:t>
    </dgm:pt>
    <dgm:pt modelId="{10FA7716-6E40-4A27-9F3A-9FA4F9E8ABD0}">
      <dgm:prSet/>
      <dgm:spPr/>
      <dgm:t>
        <a:bodyPr/>
        <a:lstStyle/>
        <a:p>
          <a:pPr rtl="0"/>
          <a:r>
            <a:rPr lang="en-GB" dirty="0"/>
            <a:t>after training 61 specialist models, there is a 4.4% relative improvement in test accuracy overall</a:t>
          </a:r>
          <a:endParaRPr lang="en-US" dirty="0"/>
        </a:p>
      </dgm:t>
    </dgm:pt>
    <dgm:pt modelId="{3F107FC1-5E3A-4271-B209-03BEE6290798}" type="parTrans" cxnId="{9EA3AC0E-1A3B-4985-B0DB-F5EF14E33835}">
      <dgm:prSet/>
      <dgm:spPr/>
      <dgm:t>
        <a:bodyPr/>
        <a:lstStyle/>
        <a:p>
          <a:endParaRPr lang="en-US"/>
        </a:p>
      </dgm:t>
    </dgm:pt>
    <dgm:pt modelId="{9A425D36-F372-4748-94B4-9B646F77190F}" type="sibTrans" cxnId="{9EA3AC0E-1A3B-4985-B0DB-F5EF14E33835}">
      <dgm:prSet/>
      <dgm:spPr/>
      <dgm:t>
        <a:bodyPr/>
        <a:lstStyle/>
        <a:p>
          <a:endParaRPr lang="en-US"/>
        </a:p>
      </dgm:t>
    </dgm:pt>
    <dgm:pt modelId="{DC821C8F-37A1-4747-99A8-95FA95091658}" type="pres">
      <dgm:prSet presAssocID="{5C38CE11-A86C-4C25-8383-D014E8B613A2}" presName="CompostProcess" presStyleCnt="0">
        <dgm:presLayoutVars>
          <dgm:dir/>
          <dgm:resizeHandles val="exact"/>
        </dgm:presLayoutVars>
      </dgm:prSet>
      <dgm:spPr/>
      <dgm:t>
        <a:bodyPr/>
        <a:lstStyle/>
        <a:p>
          <a:endParaRPr lang="en-US"/>
        </a:p>
      </dgm:t>
    </dgm:pt>
    <dgm:pt modelId="{6FAC395F-08BE-44CF-AA82-1D11AF7BA18C}" type="pres">
      <dgm:prSet presAssocID="{5C38CE11-A86C-4C25-8383-D014E8B613A2}" presName="arrow" presStyleLbl="bgShp" presStyleIdx="0" presStyleCnt="1"/>
      <dgm:spPr/>
    </dgm:pt>
    <dgm:pt modelId="{04291362-A282-47D3-BC29-7918E1DCD659}" type="pres">
      <dgm:prSet presAssocID="{5C38CE11-A86C-4C25-8383-D014E8B613A2}" presName="linearProcess" presStyleCnt="0"/>
      <dgm:spPr/>
    </dgm:pt>
    <dgm:pt modelId="{AACF7D73-0CD9-47FE-B22F-52F5EB9267B9}" type="pres">
      <dgm:prSet presAssocID="{93EB1D99-E0F9-46BB-AEB7-4B6C1B0EB2B4}" presName="textNode" presStyleLbl="node1" presStyleIdx="0" presStyleCnt="3">
        <dgm:presLayoutVars>
          <dgm:bulletEnabled val="1"/>
        </dgm:presLayoutVars>
      </dgm:prSet>
      <dgm:spPr/>
      <dgm:t>
        <a:bodyPr/>
        <a:lstStyle/>
        <a:p>
          <a:endParaRPr lang="en-US"/>
        </a:p>
      </dgm:t>
    </dgm:pt>
    <dgm:pt modelId="{FE280DB9-68E3-411E-B18D-76FE3BDF8744}" type="pres">
      <dgm:prSet presAssocID="{6880318B-F83A-4A6E-A261-184EC32A8E1E}" presName="sibTrans" presStyleCnt="0"/>
      <dgm:spPr/>
    </dgm:pt>
    <dgm:pt modelId="{A9BCEA2D-592D-41A1-B53F-33F89231E525}" type="pres">
      <dgm:prSet presAssocID="{27DA0F45-6569-4A80-9669-F4BF9464BCAC}" presName="textNode" presStyleLbl="node1" presStyleIdx="1" presStyleCnt="3">
        <dgm:presLayoutVars>
          <dgm:bulletEnabled val="1"/>
        </dgm:presLayoutVars>
      </dgm:prSet>
      <dgm:spPr/>
      <dgm:t>
        <a:bodyPr/>
        <a:lstStyle/>
        <a:p>
          <a:endParaRPr lang="en-US"/>
        </a:p>
      </dgm:t>
    </dgm:pt>
    <dgm:pt modelId="{3FD3175A-57C0-4D96-91B3-EC5C6030F699}" type="pres">
      <dgm:prSet presAssocID="{14081A41-B70B-44BD-A698-827BFFB67C46}" presName="sibTrans" presStyleCnt="0"/>
      <dgm:spPr/>
    </dgm:pt>
    <dgm:pt modelId="{4A2088F5-7DD4-40AE-8942-4F6C91C49E29}" type="pres">
      <dgm:prSet presAssocID="{10FA7716-6E40-4A27-9F3A-9FA4F9E8ABD0}" presName="textNode" presStyleLbl="node1" presStyleIdx="2" presStyleCnt="3">
        <dgm:presLayoutVars>
          <dgm:bulletEnabled val="1"/>
        </dgm:presLayoutVars>
      </dgm:prSet>
      <dgm:spPr/>
      <dgm:t>
        <a:bodyPr/>
        <a:lstStyle/>
        <a:p>
          <a:endParaRPr lang="en-US"/>
        </a:p>
      </dgm:t>
    </dgm:pt>
  </dgm:ptLst>
  <dgm:cxnLst>
    <dgm:cxn modelId="{C598DF13-9116-466A-9D43-B294B1AF6933}" type="presOf" srcId="{93EB1D99-E0F9-46BB-AEB7-4B6C1B0EB2B4}" destId="{AACF7D73-0CD9-47FE-B22F-52F5EB9267B9}" srcOrd="0" destOrd="0" presId="urn:microsoft.com/office/officeart/2005/8/layout/hProcess9"/>
    <dgm:cxn modelId="{63FCE164-BD3B-480E-AA21-D53F3CC665F6}" type="presOf" srcId="{5C38CE11-A86C-4C25-8383-D014E8B613A2}" destId="{DC821C8F-37A1-4747-99A8-95FA95091658}" srcOrd="0" destOrd="0" presId="urn:microsoft.com/office/officeart/2005/8/layout/hProcess9"/>
    <dgm:cxn modelId="{50E6A664-309D-4453-98B0-BB2790DC5607}" type="presOf" srcId="{10FA7716-6E40-4A27-9F3A-9FA4F9E8ABD0}" destId="{4A2088F5-7DD4-40AE-8942-4F6C91C49E29}" srcOrd="0" destOrd="0" presId="urn:microsoft.com/office/officeart/2005/8/layout/hProcess9"/>
    <dgm:cxn modelId="{9EA3AC0E-1A3B-4985-B0DB-F5EF14E33835}" srcId="{5C38CE11-A86C-4C25-8383-D014E8B613A2}" destId="{10FA7716-6E40-4A27-9F3A-9FA4F9E8ABD0}" srcOrd="2" destOrd="0" parTransId="{3F107FC1-5E3A-4271-B209-03BEE6290798}" sibTransId="{9A425D36-F372-4748-94B4-9B646F77190F}"/>
    <dgm:cxn modelId="{688A75EB-6B99-4900-9914-69DE50374CE9}" type="presOf" srcId="{27DA0F45-6569-4A80-9669-F4BF9464BCAC}" destId="{A9BCEA2D-592D-41A1-B53F-33F89231E525}" srcOrd="0" destOrd="0" presId="urn:microsoft.com/office/officeart/2005/8/layout/hProcess9"/>
    <dgm:cxn modelId="{FEF16D0F-1295-4D52-BF10-F0359919E5A5}" srcId="{5C38CE11-A86C-4C25-8383-D014E8B613A2}" destId="{27DA0F45-6569-4A80-9669-F4BF9464BCAC}" srcOrd="1" destOrd="0" parTransId="{994C093E-CDAA-4C21-936C-B7688F26FF1B}" sibTransId="{14081A41-B70B-44BD-A698-827BFFB67C46}"/>
    <dgm:cxn modelId="{F6559C8E-9ADD-47B1-8CE4-1D15FC3FB6ED}" srcId="{5C38CE11-A86C-4C25-8383-D014E8B613A2}" destId="{93EB1D99-E0F9-46BB-AEB7-4B6C1B0EB2B4}" srcOrd="0" destOrd="0" parTransId="{E42B622A-ADE4-4500-908C-8C3F8B77931F}" sibTransId="{6880318B-F83A-4A6E-A261-184EC32A8E1E}"/>
    <dgm:cxn modelId="{59D11753-2142-4DE1-92C5-889CC20F1ED9}" type="presParOf" srcId="{DC821C8F-37A1-4747-99A8-95FA95091658}" destId="{6FAC395F-08BE-44CF-AA82-1D11AF7BA18C}" srcOrd="0" destOrd="0" presId="urn:microsoft.com/office/officeart/2005/8/layout/hProcess9"/>
    <dgm:cxn modelId="{D103AA3A-4232-431A-9E92-C30073CB2C8E}" type="presParOf" srcId="{DC821C8F-37A1-4747-99A8-95FA95091658}" destId="{04291362-A282-47D3-BC29-7918E1DCD659}" srcOrd="1" destOrd="0" presId="urn:microsoft.com/office/officeart/2005/8/layout/hProcess9"/>
    <dgm:cxn modelId="{29141E22-D55A-49EE-8C5E-E3AC5C3EAA81}" type="presParOf" srcId="{04291362-A282-47D3-BC29-7918E1DCD659}" destId="{AACF7D73-0CD9-47FE-B22F-52F5EB9267B9}" srcOrd="0" destOrd="0" presId="urn:microsoft.com/office/officeart/2005/8/layout/hProcess9"/>
    <dgm:cxn modelId="{29E1F9FF-D87E-4406-BD07-35D9325EF328}" type="presParOf" srcId="{04291362-A282-47D3-BC29-7918E1DCD659}" destId="{FE280DB9-68E3-411E-B18D-76FE3BDF8744}" srcOrd="1" destOrd="0" presId="urn:microsoft.com/office/officeart/2005/8/layout/hProcess9"/>
    <dgm:cxn modelId="{F9CFFFD1-57AC-4294-A8F9-0BD001FA0E5C}" type="presParOf" srcId="{04291362-A282-47D3-BC29-7918E1DCD659}" destId="{A9BCEA2D-592D-41A1-B53F-33F89231E525}" srcOrd="2" destOrd="0" presId="urn:microsoft.com/office/officeart/2005/8/layout/hProcess9"/>
    <dgm:cxn modelId="{123C210A-9797-49AA-A571-EA0142A2D4C0}" type="presParOf" srcId="{04291362-A282-47D3-BC29-7918E1DCD659}" destId="{3FD3175A-57C0-4D96-91B3-EC5C6030F699}" srcOrd="3" destOrd="0" presId="urn:microsoft.com/office/officeart/2005/8/layout/hProcess9"/>
    <dgm:cxn modelId="{FA018EF5-84E1-4A40-AF47-7C21BAE6A5C1}" type="presParOf" srcId="{04291362-A282-47D3-BC29-7918E1DCD659}" destId="{4A2088F5-7DD4-40AE-8942-4F6C91C49E29}"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38CE11-A86C-4C25-8383-D014E8B613A2}" type="doc">
      <dgm:prSet loTypeId="urn:microsoft.com/office/officeart/2005/8/layout/hProcess9" loCatId="process" qsTypeId="urn:microsoft.com/office/officeart/2005/8/quickstyle/simple1" qsCatId="simple" csTypeId="urn:microsoft.com/office/officeart/2005/8/colors/accent0_1" csCatId="mainScheme" phldr="1"/>
      <dgm:spPr/>
      <dgm:t>
        <a:bodyPr/>
        <a:lstStyle/>
        <a:p>
          <a:endParaRPr lang="en-US"/>
        </a:p>
      </dgm:t>
    </dgm:pt>
    <dgm:pt modelId="{93EB1D99-E0F9-46BB-AEB7-4B6C1B0EB2B4}">
      <dgm:prSet/>
      <dgm:spPr/>
      <dgm:t>
        <a:bodyPr/>
        <a:lstStyle/>
        <a:p>
          <a:pPr rtl="0"/>
          <a:r>
            <a:rPr lang="en-GB" dirty="0"/>
            <a:t>A lot of helpful information can be carried in soft targets that could not possibly be encoded with a single hard target</a:t>
          </a:r>
          <a:endParaRPr lang="en-US" dirty="0"/>
        </a:p>
      </dgm:t>
    </dgm:pt>
    <dgm:pt modelId="{E42B622A-ADE4-4500-908C-8C3F8B77931F}" type="parTrans" cxnId="{F6559C8E-9ADD-47B1-8CE4-1D15FC3FB6ED}">
      <dgm:prSet/>
      <dgm:spPr/>
      <dgm:t>
        <a:bodyPr/>
        <a:lstStyle/>
        <a:p>
          <a:endParaRPr lang="en-US"/>
        </a:p>
      </dgm:t>
    </dgm:pt>
    <dgm:pt modelId="{6880318B-F83A-4A6E-A261-184EC32A8E1E}" type="sibTrans" cxnId="{F6559C8E-9ADD-47B1-8CE4-1D15FC3FB6ED}">
      <dgm:prSet/>
      <dgm:spPr/>
      <dgm:t>
        <a:bodyPr/>
        <a:lstStyle/>
        <a:p>
          <a:endParaRPr lang="en-US"/>
        </a:p>
      </dgm:t>
    </dgm:pt>
    <dgm:pt modelId="{27DA0F45-6569-4A80-9669-F4BF9464BCAC}">
      <dgm:prSet/>
      <dgm:spPr/>
      <dgm:t>
        <a:bodyPr/>
        <a:lstStyle/>
        <a:p>
          <a:pPr rtl="0"/>
          <a:r>
            <a:rPr lang="en-US" dirty="0"/>
            <a:t>Soft targets allow a new model to generalize well from only 3% of the training set.</a:t>
          </a:r>
        </a:p>
      </dgm:t>
    </dgm:pt>
    <dgm:pt modelId="{994C093E-CDAA-4C21-936C-B7688F26FF1B}" type="parTrans" cxnId="{FEF16D0F-1295-4D52-BF10-F0359919E5A5}">
      <dgm:prSet/>
      <dgm:spPr/>
      <dgm:t>
        <a:bodyPr/>
        <a:lstStyle/>
        <a:p>
          <a:endParaRPr lang="en-US"/>
        </a:p>
      </dgm:t>
    </dgm:pt>
    <dgm:pt modelId="{14081A41-B70B-44BD-A698-827BFFB67C46}" type="sibTrans" cxnId="{FEF16D0F-1295-4D52-BF10-F0359919E5A5}">
      <dgm:prSet/>
      <dgm:spPr/>
      <dgm:t>
        <a:bodyPr/>
        <a:lstStyle/>
        <a:p>
          <a:endParaRPr lang="en-US"/>
        </a:p>
      </dgm:t>
    </dgm:pt>
    <dgm:pt modelId="{26929B05-4FAB-4316-BE33-AA8F937AD9BD}">
      <dgm:prSet/>
      <dgm:spPr/>
      <dgm:t>
        <a:bodyPr/>
        <a:lstStyle/>
        <a:p>
          <a:pPr rtl="0"/>
          <a:r>
            <a:rPr lang="en-US" dirty="0"/>
            <a:t>A specialist is trained on data that is highly enriched in its special classes.</a:t>
          </a:r>
        </a:p>
      </dgm:t>
    </dgm:pt>
    <dgm:pt modelId="{3BEAEEDC-71A7-48D1-AEF0-E2DC74032424}" type="parTrans" cxnId="{48F65199-40E4-40DB-A516-A5930B8EA27B}">
      <dgm:prSet/>
      <dgm:spPr/>
      <dgm:t>
        <a:bodyPr/>
        <a:lstStyle/>
        <a:p>
          <a:endParaRPr lang="en-US"/>
        </a:p>
      </dgm:t>
    </dgm:pt>
    <dgm:pt modelId="{86E46AD5-3EFF-4222-8563-D2144469A398}" type="sibTrans" cxnId="{48F65199-40E4-40DB-A516-A5930B8EA27B}">
      <dgm:prSet/>
      <dgm:spPr/>
      <dgm:t>
        <a:bodyPr/>
        <a:lstStyle/>
        <a:p>
          <a:endParaRPr lang="en-US"/>
        </a:p>
      </dgm:t>
    </dgm:pt>
    <dgm:pt modelId="{B24D93AF-8F98-4026-A665-6EEF5574DE0B}">
      <dgm:prSet/>
      <dgm:spPr/>
      <dgm:t>
        <a:bodyPr/>
        <a:lstStyle/>
        <a:p>
          <a:pPr rtl="0"/>
          <a:r>
            <a:rPr lang="en-US" dirty="0"/>
            <a:t>Train Frame Accuracy: 65.4% - Test Frame Accuracy: 57%</a:t>
          </a:r>
        </a:p>
      </dgm:t>
    </dgm:pt>
    <dgm:pt modelId="{3F4A0DEE-F353-40EB-8A6B-CD9DEBE69DFD}" type="parTrans" cxnId="{81602777-1F77-4908-92E6-BE0F7CEE9283}">
      <dgm:prSet/>
      <dgm:spPr/>
      <dgm:t>
        <a:bodyPr/>
        <a:lstStyle/>
        <a:p>
          <a:endParaRPr lang="en-US"/>
        </a:p>
      </dgm:t>
    </dgm:pt>
    <dgm:pt modelId="{6BF8C3A6-69B8-44DD-A5B6-001155B86FC1}" type="sibTrans" cxnId="{81602777-1F77-4908-92E6-BE0F7CEE9283}">
      <dgm:prSet/>
      <dgm:spPr/>
      <dgm:t>
        <a:bodyPr/>
        <a:lstStyle/>
        <a:p>
          <a:endParaRPr lang="en-US"/>
        </a:p>
      </dgm:t>
    </dgm:pt>
    <dgm:pt modelId="{DC821C8F-37A1-4747-99A8-95FA95091658}" type="pres">
      <dgm:prSet presAssocID="{5C38CE11-A86C-4C25-8383-D014E8B613A2}" presName="CompostProcess" presStyleCnt="0">
        <dgm:presLayoutVars>
          <dgm:dir/>
          <dgm:resizeHandles val="exact"/>
        </dgm:presLayoutVars>
      </dgm:prSet>
      <dgm:spPr/>
      <dgm:t>
        <a:bodyPr/>
        <a:lstStyle/>
        <a:p>
          <a:endParaRPr lang="en-US"/>
        </a:p>
      </dgm:t>
    </dgm:pt>
    <dgm:pt modelId="{6FAC395F-08BE-44CF-AA82-1D11AF7BA18C}" type="pres">
      <dgm:prSet presAssocID="{5C38CE11-A86C-4C25-8383-D014E8B613A2}" presName="arrow" presStyleLbl="bgShp" presStyleIdx="0" presStyleCnt="1"/>
      <dgm:spPr/>
    </dgm:pt>
    <dgm:pt modelId="{04291362-A282-47D3-BC29-7918E1DCD659}" type="pres">
      <dgm:prSet presAssocID="{5C38CE11-A86C-4C25-8383-D014E8B613A2}" presName="linearProcess" presStyleCnt="0"/>
      <dgm:spPr/>
    </dgm:pt>
    <dgm:pt modelId="{AACF7D73-0CD9-47FE-B22F-52F5EB9267B9}" type="pres">
      <dgm:prSet presAssocID="{93EB1D99-E0F9-46BB-AEB7-4B6C1B0EB2B4}" presName="textNode" presStyleLbl="node1" presStyleIdx="0" presStyleCnt="4">
        <dgm:presLayoutVars>
          <dgm:bulletEnabled val="1"/>
        </dgm:presLayoutVars>
      </dgm:prSet>
      <dgm:spPr/>
      <dgm:t>
        <a:bodyPr/>
        <a:lstStyle/>
        <a:p>
          <a:endParaRPr lang="en-US"/>
        </a:p>
      </dgm:t>
    </dgm:pt>
    <dgm:pt modelId="{FE280DB9-68E3-411E-B18D-76FE3BDF8744}" type="pres">
      <dgm:prSet presAssocID="{6880318B-F83A-4A6E-A261-184EC32A8E1E}" presName="sibTrans" presStyleCnt="0"/>
      <dgm:spPr/>
    </dgm:pt>
    <dgm:pt modelId="{3903797E-8441-42E8-B478-4EA8643AAF4B}" type="pres">
      <dgm:prSet presAssocID="{26929B05-4FAB-4316-BE33-AA8F937AD9BD}" presName="textNode" presStyleLbl="node1" presStyleIdx="1" presStyleCnt="4">
        <dgm:presLayoutVars>
          <dgm:bulletEnabled val="1"/>
        </dgm:presLayoutVars>
      </dgm:prSet>
      <dgm:spPr/>
      <dgm:t>
        <a:bodyPr/>
        <a:lstStyle/>
        <a:p>
          <a:endParaRPr lang="en-US"/>
        </a:p>
      </dgm:t>
    </dgm:pt>
    <dgm:pt modelId="{97842147-3281-4505-B98E-230EC575CC24}" type="pres">
      <dgm:prSet presAssocID="{86E46AD5-3EFF-4222-8563-D2144469A398}" presName="sibTrans" presStyleCnt="0"/>
      <dgm:spPr/>
    </dgm:pt>
    <dgm:pt modelId="{A9BCEA2D-592D-41A1-B53F-33F89231E525}" type="pres">
      <dgm:prSet presAssocID="{27DA0F45-6569-4A80-9669-F4BF9464BCAC}" presName="textNode" presStyleLbl="node1" presStyleIdx="2" presStyleCnt="4">
        <dgm:presLayoutVars>
          <dgm:bulletEnabled val="1"/>
        </dgm:presLayoutVars>
      </dgm:prSet>
      <dgm:spPr/>
      <dgm:t>
        <a:bodyPr/>
        <a:lstStyle/>
        <a:p>
          <a:endParaRPr lang="en-US"/>
        </a:p>
      </dgm:t>
    </dgm:pt>
    <dgm:pt modelId="{3FD3175A-57C0-4D96-91B3-EC5C6030F699}" type="pres">
      <dgm:prSet presAssocID="{14081A41-B70B-44BD-A698-827BFFB67C46}" presName="sibTrans" presStyleCnt="0"/>
      <dgm:spPr/>
    </dgm:pt>
    <dgm:pt modelId="{42EA5A87-5AF2-4D52-AC57-E0ECED6689FE}" type="pres">
      <dgm:prSet presAssocID="{B24D93AF-8F98-4026-A665-6EEF5574DE0B}" presName="textNode" presStyleLbl="node1" presStyleIdx="3" presStyleCnt="4">
        <dgm:presLayoutVars>
          <dgm:bulletEnabled val="1"/>
        </dgm:presLayoutVars>
      </dgm:prSet>
      <dgm:spPr/>
      <dgm:t>
        <a:bodyPr/>
        <a:lstStyle/>
        <a:p>
          <a:endParaRPr lang="en-US"/>
        </a:p>
      </dgm:t>
    </dgm:pt>
  </dgm:ptLst>
  <dgm:cxnLst>
    <dgm:cxn modelId="{F6559C8E-9ADD-47B1-8CE4-1D15FC3FB6ED}" srcId="{5C38CE11-A86C-4C25-8383-D014E8B613A2}" destId="{93EB1D99-E0F9-46BB-AEB7-4B6C1B0EB2B4}" srcOrd="0" destOrd="0" parTransId="{E42B622A-ADE4-4500-908C-8C3F8B77931F}" sibTransId="{6880318B-F83A-4A6E-A261-184EC32A8E1E}"/>
    <dgm:cxn modelId="{48F65199-40E4-40DB-A516-A5930B8EA27B}" srcId="{5C38CE11-A86C-4C25-8383-D014E8B613A2}" destId="{26929B05-4FAB-4316-BE33-AA8F937AD9BD}" srcOrd="1" destOrd="0" parTransId="{3BEAEEDC-71A7-48D1-AEF0-E2DC74032424}" sibTransId="{86E46AD5-3EFF-4222-8563-D2144469A398}"/>
    <dgm:cxn modelId="{FEF16D0F-1295-4D52-BF10-F0359919E5A5}" srcId="{5C38CE11-A86C-4C25-8383-D014E8B613A2}" destId="{27DA0F45-6569-4A80-9669-F4BF9464BCAC}" srcOrd="2" destOrd="0" parTransId="{994C093E-CDAA-4C21-936C-B7688F26FF1B}" sibTransId="{14081A41-B70B-44BD-A698-827BFFB67C46}"/>
    <dgm:cxn modelId="{688A75EB-6B99-4900-9914-69DE50374CE9}" type="presOf" srcId="{27DA0F45-6569-4A80-9669-F4BF9464BCAC}" destId="{A9BCEA2D-592D-41A1-B53F-33F89231E525}" srcOrd="0" destOrd="0" presId="urn:microsoft.com/office/officeart/2005/8/layout/hProcess9"/>
    <dgm:cxn modelId="{C598DF13-9116-466A-9D43-B294B1AF6933}" type="presOf" srcId="{93EB1D99-E0F9-46BB-AEB7-4B6C1B0EB2B4}" destId="{AACF7D73-0CD9-47FE-B22F-52F5EB9267B9}" srcOrd="0" destOrd="0" presId="urn:microsoft.com/office/officeart/2005/8/layout/hProcess9"/>
    <dgm:cxn modelId="{D70C4622-55A0-43D8-930E-F61F9C60D256}" type="presOf" srcId="{B24D93AF-8F98-4026-A665-6EEF5574DE0B}" destId="{42EA5A87-5AF2-4D52-AC57-E0ECED6689FE}" srcOrd="0" destOrd="0" presId="urn:microsoft.com/office/officeart/2005/8/layout/hProcess9"/>
    <dgm:cxn modelId="{81602777-1F77-4908-92E6-BE0F7CEE9283}" srcId="{5C38CE11-A86C-4C25-8383-D014E8B613A2}" destId="{B24D93AF-8F98-4026-A665-6EEF5574DE0B}" srcOrd="3" destOrd="0" parTransId="{3F4A0DEE-F353-40EB-8A6B-CD9DEBE69DFD}" sibTransId="{6BF8C3A6-69B8-44DD-A5B6-001155B86FC1}"/>
    <dgm:cxn modelId="{63FCE164-BD3B-480E-AA21-D53F3CC665F6}" type="presOf" srcId="{5C38CE11-A86C-4C25-8383-D014E8B613A2}" destId="{DC821C8F-37A1-4747-99A8-95FA95091658}" srcOrd="0" destOrd="0" presId="urn:microsoft.com/office/officeart/2005/8/layout/hProcess9"/>
    <dgm:cxn modelId="{AE5A70B4-515B-4AFA-9ABE-D184F4C64913}" type="presOf" srcId="{26929B05-4FAB-4316-BE33-AA8F937AD9BD}" destId="{3903797E-8441-42E8-B478-4EA8643AAF4B}" srcOrd="0" destOrd="0" presId="urn:microsoft.com/office/officeart/2005/8/layout/hProcess9"/>
    <dgm:cxn modelId="{59D11753-2142-4DE1-92C5-889CC20F1ED9}" type="presParOf" srcId="{DC821C8F-37A1-4747-99A8-95FA95091658}" destId="{6FAC395F-08BE-44CF-AA82-1D11AF7BA18C}" srcOrd="0" destOrd="0" presId="urn:microsoft.com/office/officeart/2005/8/layout/hProcess9"/>
    <dgm:cxn modelId="{D103AA3A-4232-431A-9E92-C30073CB2C8E}" type="presParOf" srcId="{DC821C8F-37A1-4747-99A8-95FA95091658}" destId="{04291362-A282-47D3-BC29-7918E1DCD659}" srcOrd="1" destOrd="0" presId="urn:microsoft.com/office/officeart/2005/8/layout/hProcess9"/>
    <dgm:cxn modelId="{29141E22-D55A-49EE-8C5E-E3AC5C3EAA81}" type="presParOf" srcId="{04291362-A282-47D3-BC29-7918E1DCD659}" destId="{AACF7D73-0CD9-47FE-B22F-52F5EB9267B9}" srcOrd="0" destOrd="0" presId="urn:microsoft.com/office/officeart/2005/8/layout/hProcess9"/>
    <dgm:cxn modelId="{29E1F9FF-D87E-4406-BD07-35D9325EF328}" type="presParOf" srcId="{04291362-A282-47D3-BC29-7918E1DCD659}" destId="{FE280DB9-68E3-411E-B18D-76FE3BDF8744}" srcOrd="1" destOrd="0" presId="urn:microsoft.com/office/officeart/2005/8/layout/hProcess9"/>
    <dgm:cxn modelId="{42F57093-0EDE-4334-A4D1-F7D29B46D507}" type="presParOf" srcId="{04291362-A282-47D3-BC29-7918E1DCD659}" destId="{3903797E-8441-42E8-B478-4EA8643AAF4B}" srcOrd="2" destOrd="0" presId="urn:microsoft.com/office/officeart/2005/8/layout/hProcess9"/>
    <dgm:cxn modelId="{3418796A-4BCF-4FED-A055-AF953FD1C76E}" type="presParOf" srcId="{04291362-A282-47D3-BC29-7918E1DCD659}" destId="{97842147-3281-4505-B98E-230EC575CC24}" srcOrd="3" destOrd="0" presId="urn:microsoft.com/office/officeart/2005/8/layout/hProcess9"/>
    <dgm:cxn modelId="{F9CFFFD1-57AC-4294-A8F9-0BD001FA0E5C}" type="presParOf" srcId="{04291362-A282-47D3-BC29-7918E1DCD659}" destId="{A9BCEA2D-592D-41A1-B53F-33F89231E525}" srcOrd="4" destOrd="0" presId="urn:microsoft.com/office/officeart/2005/8/layout/hProcess9"/>
    <dgm:cxn modelId="{62C6C1CB-F378-46A7-8623-0D87993DA6B4}" type="presParOf" srcId="{04291362-A282-47D3-BC29-7918E1DCD659}" destId="{3FD3175A-57C0-4D96-91B3-EC5C6030F699}" srcOrd="5" destOrd="0" presId="urn:microsoft.com/office/officeart/2005/8/layout/hProcess9"/>
    <dgm:cxn modelId="{45A3298E-5D65-4289-88C3-942EEF1DAE8A}" type="presParOf" srcId="{04291362-A282-47D3-BC29-7918E1DCD659}" destId="{42EA5A87-5AF2-4D52-AC57-E0ECED6689FE}" srcOrd="6"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B2F0320-2B9A-4EEB-9EEF-E38A10C29CAB}" type="doc">
      <dgm:prSet loTypeId="urn:microsoft.com/office/officeart/2008/layout/LinedList" loCatId="list" qsTypeId="urn:microsoft.com/office/officeart/2005/8/quickstyle/simple2" qsCatId="simple" csTypeId="urn:microsoft.com/office/officeart/2005/8/colors/accent0_1" csCatId="mainScheme" phldr="1"/>
      <dgm:spPr/>
      <dgm:t>
        <a:bodyPr/>
        <a:lstStyle/>
        <a:p>
          <a:endParaRPr lang="en-US"/>
        </a:p>
      </dgm:t>
    </dgm:pt>
    <dgm:pt modelId="{580EC44C-9BC2-4360-BDB8-CDC22464BED8}">
      <dgm:prSet custT="1"/>
      <dgm:spPr/>
      <dgm:t>
        <a:bodyPr/>
        <a:lstStyle/>
        <a:p>
          <a:pPr rtl="0"/>
          <a:r>
            <a:rPr lang="en-US" sz="2000" b="1" dirty="0"/>
            <a:t>Used Metrics</a:t>
          </a:r>
          <a:r>
            <a:rPr lang="en-US" sz="2000" dirty="0"/>
            <a:t>:</a:t>
          </a:r>
        </a:p>
      </dgm:t>
    </dgm:pt>
    <dgm:pt modelId="{B03CBB13-2936-47F5-A06E-FA3931148D1D}" type="parTrans" cxnId="{4FB3FE2A-7632-48EE-94A3-29B182CB9EFC}">
      <dgm:prSet/>
      <dgm:spPr/>
      <dgm:t>
        <a:bodyPr/>
        <a:lstStyle/>
        <a:p>
          <a:endParaRPr lang="en-US"/>
        </a:p>
      </dgm:t>
    </dgm:pt>
    <dgm:pt modelId="{02F62ED9-CD21-4E44-8397-0A1A910FE216}" type="sibTrans" cxnId="{4FB3FE2A-7632-48EE-94A3-29B182CB9EFC}">
      <dgm:prSet/>
      <dgm:spPr/>
      <dgm:t>
        <a:bodyPr/>
        <a:lstStyle/>
        <a:p>
          <a:endParaRPr lang="en-US"/>
        </a:p>
      </dgm:t>
    </dgm:pt>
    <dgm:pt modelId="{5ECF1AB1-A24B-4D4B-8D6A-0E0FCDA55DA4}">
      <dgm:prSet custT="1"/>
      <dgm:spPr/>
      <dgm:t>
        <a:bodyPr/>
        <a:lstStyle/>
        <a:p>
          <a:pPr rtl="0"/>
          <a:r>
            <a:rPr lang="en-US" sz="1800" b="1" dirty="0"/>
            <a:t>MAE - Mean absolute error </a:t>
          </a:r>
          <a:r>
            <a:rPr lang="en-US" sz="1800" dirty="0"/>
            <a:t>: the average absolute error between the predicted value and the ground truth</a:t>
          </a:r>
        </a:p>
      </dgm:t>
    </dgm:pt>
    <dgm:pt modelId="{6BEF70E0-22EF-4DA3-8D23-CFE1CEEBFB1F}" type="parTrans" cxnId="{351E8D32-701B-486C-9978-01B03077C7E4}">
      <dgm:prSet/>
      <dgm:spPr/>
      <dgm:t>
        <a:bodyPr/>
        <a:lstStyle/>
        <a:p>
          <a:endParaRPr lang="en-US"/>
        </a:p>
      </dgm:t>
    </dgm:pt>
    <dgm:pt modelId="{409B10AB-AF3B-4F3F-9928-87FF023E48A7}" type="sibTrans" cxnId="{351E8D32-701B-486C-9978-01B03077C7E4}">
      <dgm:prSet/>
      <dgm:spPr/>
      <dgm:t>
        <a:bodyPr/>
        <a:lstStyle/>
        <a:p>
          <a:endParaRPr lang="en-US"/>
        </a:p>
      </dgm:t>
    </dgm:pt>
    <dgm:pt modelId="{F0260184-A4F5-4CFF-BB95-2520C69D324B}">
      <dgm:prSet custT="1"/>
      <dgm:spPr/>
      <dgm:t>
        <a:bodyPr/>
        <a:lstStyle/>
        <a:p>
          <a:pPr rtl="0"/>
          <a:r>
            <a:rPr lang="en-US" sz="1800" b="1" dirty="0"/>
            <a:t>MAPE - Mean Absolute Percentage Error</a:t>
          </a:r>
          <a:r>
            <a:rPr lang="en-US" sz="1800" dirty="0"/>
            <a:t>: represents the average absolute percentage error between the predicted value and the true value</a:t>
          </a:r>
        </a:p>
      </dgm:t>
    </dgm:pt>
    <dgm:pt modelId="{13D71265-9AA8-4A2A-9CDB-6849007CC29B}" type="parTrans" cxnId="{685FF652-185E-4AE5-865B-6086653E455C}">
      <dgm:prSet/>
      <dgm:spPr/>
      <dgm:t>
        <a:bodyPr/>
        <a:lstStyle/>
        <a:p>
          <a:endParaRPr lang="en-US"/>
        </a:p>
      </dgm:t>
    </dgm:pt>
    <dgm:pt modelId="{C5C1E22B-6408-40B6-9326-5BAC06122A94}" type="sibTrans" cxnId="{685FF652-185E-4AE5-865B-6086653E455C}">
      <dgm:prSet/>
      <dgm:spPr/>
      <dgm:t>
        <a:bodyPr/>
        <a:lstStyle/>
        <a:p>
          <a:endParaRPr lang="en-US"/>
        </a:p>
      </dgm:t>
    </dgm:pt>
    <dgm:pt modelId="{11C03DE8-14AC-46D7-B9AA-CE99C941AECF}">
      <dgm:prSet custT="1"/>
      <dgm:spPr/>
      <dgm:t>
        <a:bodyPr/>
        <a:lstStyle/>
        <a:p>
          <a:pPr rtl="0"/>
          <a:r>
            <a:rPr lang="en-US" sz="1800" b="1" dirty="0"/>
            <a:t>RMSE – Root Mean Squared Error</a:t>
          </a:r>
          <a:r>
            <a:rPr lang="en-US" sz="1800" dirty="0"/>
            <a:t>: represents the root mean square error between the predicted value and the true value</a:t>
          </a:r>
        </a:p>
      </dgm:t>
    </dgm:pt>
    <dgm:pt modelId="{7A759602-5E2D-4AEE-8267-C4ED777B23D4}" type="parTrans" cxnId="{0AE06AB5-B7B0-446A-91C8-EC99F81BE4C9}">
      <dgm:prSet/>
      <dgm:spPr/>
      <dgm:t>
        <a:bodyPr/>
        <a:lstStyle/>
        <a:p>
          <a:endParaRPr lang="en-US"/>
        </a:p>
      </dgm:t>
    </dgm:pt>
    <dgm:pt modelId="{68224D4B-B460-4105-89F1-6854FF1F3D2C}" type="sibTrans" cxnId="{0AE06AB5-B7B0-446A-91C8-EC99F81BE4C9}">
      <dgm:prSet/>
      <dgm:spPr/>
      <dgm:t>
        <a:bodyPr/>
        <a:lstStyle/>
        <a:p>
          <a:endParaRPr lang="en-US"/>
        </a:p>
      </dgm:t>
    </dgm:pt>
    <dgm:pt modelId="{3639993B-5D63-470D-BFD6-BAD85DE9FB61}" type="pres">
      <dgm:prSet presAssocID="{FB2F0320-2B9A-4EEB-9EEF-E38A10C29CAB}" presName="vert0" presStyleCnt="0">
        <dgm:presLayoutVars>
          <dgm:dir/>
          <dgm:animOne val="branch"/>
          <dgm:animLvl val="lvl"/>
        </dgm:presLayoutVars>
      </dgm:prSet>
      <dgm:spPr/>
      <dgm:t>
        <a:bodyPr/>
        <a:lstStyle/>
        <a:p>
          <a:endParaRPr lang="en-US"/>
        </a:p>
      </dgm:t>
    </dgm:pt>
    <dgm:pt modelId="{9568AE80-AAAF-4597-9FA6-783CE0359AA9}" type="pres">
      <dgm:prSet presAssocID="{580EC44C-9BC2-4360-BDB8-CDC22464BED8}" presName="thickLine" presStyleLbl="alignNode1" presStyleIdx="0" presStyleCnt="1"/>
      <dgm:spPr/>
    </dgm:pt>
    <dgm:pt modelId="{7228F21F-0A53-4712-8D7B-FF43B9B540C5}" type="pres">
      <dgm:prSet presAssocID="{580EC44C-9BC2-4360-BDB8-CDC22464BED8}" presName="horz1" presStyleCnt="0"/>
      <dgm:spPr/>
    </dgm:pt>
    <dgm:pt modelId="{B500C245-4D47-4077-95F1-665419784014}" type="pres">
      <dgm:prSet presAssocID="{580EC44C-9BC2-4360-BDB8-CDC22464BED8}" presName="tx1" presStyleLbl="revTx" presStyleIdx="0" presStyleCnt="4"/>
      <dgm:spPr/>
      <dgm:t>
        <a:bodyPr/>
        <a:lstStyle/>
        <a:p>
          <a:endParaRPr lang="en-US"/>
        </a:p>
      </dgm:t>
    </dgm:pt>
    <dgm:pt modelId="{AC327B59-4A73-4989-B179-70463C57AA12}" type="pres">
      <dgm:prSet presAssocID="{580EC44C-9BC2-4360-BDB8-CDC22464BED8}" presName="vert1" presStyleCnt="0"/>
      <dgm:spPr/>
    </dgm:pt>
    <dgm:pt modelId="{6780AC3A-9A22-423A-81DD-0E4117AF961B}" type="pres">
      <dgm:prSet presAssocID="{5ECF1AB1-A24B-4D4B-8D6A-0E0FCDA55DA4}" presName="vertSpace2a" presStyleCnt="0"/>
      <dgm:spPr/>
    </dgm:pt>
    <dgm:pt modelId="{7A935C05-50F7-4D45-B682-F566E506BCDC}" type="pres">
      <dgm:prSet presAssocID="{5ECF1AB1-A24B-4D4B-8D6A-0E0FCDA55DA4}" presName="horz2" presStyleCnt="0"/>
      <dgm:spPr/>
    </dgm:pt>
    <dgm:pt modelId="{28B1F90C-7973-4D2A-BF68-6EC2E68A055F}" type="pres">
      <dgm:prSet presAssocID="{5ECF1AB1-A24B-4D4B-8D6A-0E0FCDA55DA4}" presName="horzSpace2" presStyleCnt="0"/>
      <dgm:spPr/>
    </dgm:pt>
    <dgm:pt modelId="{3CBCFC39-09CA-4F9E-8251-B22780012C41}" type="pres">
      <dgm:prSet presAssocID="{5ECF1AB1-A24B-4D4B-8D6A-0E0FCDA55DA4}" presName="tx2" presStyleLbl="revTx" presStyleIdx="1" presStyleCnt="4" custScaleY="51939"/>
      <dgm:spPr/>
      <dgm:t>
        <a:bodyPr/>
        <a:lstStyle/>
        <a:p>
          <a:endParaRPr lang="en-US"/>
        </a:p>
      </dgm:t>
    </dgm:pt>
    <dgm:pt modelId="{AA3CD038-418A-4DF2-B6C2-D79156C81732}" type="pres">
      <dgm:prSet presAssocID="{5ECF1AB1-A24B-4D4B-8D6A-0E0FCDA55DA4}" presName="vert2" presStyleCnt="0"/>
      <dgm:spPr/>
    </dgm:pt>
    <dgm:pt modelId="{A64E2954-E763-4D08-A20E-843605FE7872}" type="pres">
      <dgm:prSet presAssocID="{5ECF1AB1-A24B-4D4B-8D6A-0E0FCDA55DA4}" presName="thinLine2b" presStyleLbl="callout" presStyleIdx="0" presStyleCnt="3"/>
      <dgm:spPr/>
    </dgm:pt>
    <dgm:pt modelId="{01389882-5758-4FF4-9381-DF56D3489B0C}" type="pres">
      <dgm:prSet presAssocID="{5ECF1AB1-A24B-4D4B-8D6A-0E0FCDA55DA4}" presName="vertSpace2b" presStyleCnt="0"/>
      <dgm:spPr/>
    </dgm:pt>
    <dgm:pt modelId="{C0B13C60-F31E-40BB-AA6E-668E1615C8E5}" type="pres">
      <dgm:prSet presAssocID="{F0260184-A4F5-4CFF-BB95-2520C69D324B}" presName="horz2" presStyleCnt="0"/>
      <dgm:spPr/>
    </dgm:pt>
    <dgm:pt modelId="{DF2EE29F-8871-42D0-8F0D-02AD1FCC6F0E}" type="pres">
      <dgm:prSet presAssocID="{F0260184-A4F5-4CFF-BB95-2520C69D324B}" presName="horzSpace2" presStyleCnt="0"/>
      <dgm:spPr/>
    </dgm:pt>
    <dgm:pt modelId="{63E5C945-BF5C-40E7-88A0-09FED32D6B07}" type="pres">
      <dgm:prSet presAssocID="{F0260184-A4F5-4CFF-BB95-2520C69D324B}" presName="tx2" presStyleLbl="revTx" presStyleIdx="2" presStyleCnt="4" custScaleY="65801"/>
      <dgm:spPr/>
      <dgm:t>
        <a:bodyPr/>
        <a:lstStyle/>
        <a:p>
          <a:endParaRPr lang="en-US"/>
        </a:p>
      </dgm:t>
    </dgm:pt>
    <dgm:pt modelId="{6BA28D84-BDA9-4A7A-AF40-EECA485E6A83}" type="pres">
      <dgm:prSet presAssocID="{F0260184-A4F5-4CFF-BB95-2520C69D324B}" presName="vert2" presStyleCnt="0"/>
      <dgm:spPr/>
    </dgm:pt>
    <dgm:pt modelId="{7D1926C0-1126-4B34-BA97-B1A193B86AE6}" type="pres">
      <dgm:prSet presAssocID="{F0260184-A4F5-4CFF-BB95-2520C69D324B}" presName="thinLine2b" presStyleLbl="callout" presStyleIdx="1" presStyleCnt="3"/>
      <dgm:spPr/>
    </dgm:pt>
    <dgm:pt modelId="{B341EE01-0A97-4435-9A0A-F5ED37508110}" type="pres">
      <dgm:prSet presAssocID="{F0260184-A4F5-4CFF-BB95-2520C69D324B}" presName="vertSpace2b" presStyleCnt="0"/>
      <dgm:spPr/>
    </dgm:pt>
    <dgm:pt modelId="{6509C943-6D93-4AF6-AF23-B06BB2ECDAF1}" type="pres">
      <dgm:prSet presAssocID="{11C03DE8-14AC-46D7-B9AA-CE99C941AECF}" presName="horz2" presStyleCnt="0"/>
      <dgm:spPr/>
    </dgm:pt>
    <dgm:pt modelId="{0060E7FD-EB9F-4481-97C9-55BE6BD200E3}" type="pres">
      <dgm:prSet presAssocID="{11C03DE8-14AC-46D7-B9AA-CE99C941AECF}" presName="horzSpace2" presStyleCnt="0"/>
      <dgm:spPr/>
    </dgm:pt>
    <dgm:pt modelId="{4C9646D6-BCB6-491A-BB81-01F8044EB0AD}" type="pres">
      <dgm:prSet presAssocID="{11C03DE8-14AC-46D7-B9AA-CE99C941AECF}" presName="tx2" presStyleLbl="revTx" presStyleIdx="3" presStyleCnt="4" custScaleY="61091"/>
      <dgm:spPr/>
      <dgm:t>
        <a:bodyPr/>
        <a:lstStyle/>
        <a:p>
          <a:endParaRPr lang="en-US"/>
        </a:p>
      </dgm:t>
    </dgm:pt>
    <dgm:pt modelId="{47BDD9E6-56C3-441B-9602-3A597AABD9A2}" type="pres">
      <dgm:prSet presAssocID="{11C03DE8-14AC-46D7-B9AA-CE99C941AECF}" presName="vert2" presStyleCnt="0"/>
      <dgm:spPr/>
    </dgm:pt>
    <dgm:pt modelId="{1E942A3B-2FB4-43EB-8432-ECDAEB43BA3B}" type="pres">
      <dgm:prSet presAssocID="{11C03DE8-14AC-46D7-B9AA-CE99C941AECF}" presName="thinLine2b" presStyleLbl="callout" presStyleIdx="2" presStyleCnt="3"/>
      <dgm:spPr/>
    </dgm:pt>
    <dgm:pt modelId="{000FF562-34ED-4089-A5B8-314B8B942FE3}" type="pres">
      <dgm:prSet presAssocID="{11C03DE8-14AC-46D7-B9AA-CE99C941AECF}" presName="vertSpace2b" presStyleCnt="0"/>
      <dgm:spPr/>
    </dgm:pt>
  </dgm:ptLst>
  <dgm:cxnLst>
    <dgm:cxn modelId="{22F0B265-C2B3-4690-B09C-988CCF161B59}" type="presOf" srcId="{F0260184-A4F5-4CFF-BB95-2520C69D324B}" destId="{63E5C945-BF5C-40E7-88A0-09FED32D6B07}" srcOrd="0" destOrd="0" presId="urn:microsoft.com/office/officeart/2008/layout/LinedList"/>
    <dgm:cxn modelId="{4FB3FE2A-7632-48EE-94A3-29B182CB9EFC}" srcId="{FB2F0320-2B9A-4EEB-9EEF-E38A10C29CAB}" destId="{580EC44C-9BC2-4360-BDB8-CDC22464BED8}" srcOrd="0" destOrd="0" parTransId="{B03CBB13-2936-47F5-A06E-FA3931148D1D}" sibTransId="{02F62ED9-CD21-4E44-8397-0A1A910FE216}"/>
    <dgm:cxn modelId="{B45A1794-5F67-4126-BE06-FDC3E3361021}" type="presOf" srcId="{11C03DE8-14AC-46D7-B9AA-CE99C941AECF}" destId="{4C9646D6-BCB6-491A-BB81-01F8044EB0AD}" srcOrd="0" destOrd="0" presId="urn:microsoft.com/office/officeart/2008/layout/LinedList"/>
    <dgm:cxn modelId="{0AE06AB5-B7B0-446A-91C8-EC99F81BE4C9}" srcId="{580EC44C-9BC2-4360-BDB8-CDC22464BED8}" destId="{11C03DE8-14AC-46D7-B9AA-CE99C941AECF}" srcOrd="2" destOrd="0" parTransId="{7A759602-5E2D-4AEE-8267-C4ED777B23D4}" sibTransId="{68224D4B-B460-4105-89F1-6854FF1F3D2C}"/>
    <dgm:cxn modelId="{071C8C74-A50D-4F17-8CDC-79E95424DA6B}" type="presOf" srcId="{FB2F0320-2B9A-4EEB-9EEF-E38A10C29CAB}" destId="{3639993B-5D63-470D-BFD6-BAD85DE9FB61}" srcOrd="0" destOrd="0" presId="urn:microsoft.com/office/officeart/2008/layout/LinedList"/>
    <dgm:cxn modelId="{351E8D32-701B-486C-9978-01B03077C7E4}" srcId="{580EC44C-9BC2-4360-BDB8-CDC22464BED8}" destId="{5ECF1AB1-A24B-4D4B-8D6A-0E0FCDA55DA4}" srcOrd="0" destOrd="0" parTransId="{6BEF70E0-22EF-4DA3-8D23-CFE1CEEBFB1F}" sibTransId="{409B10AB-AF3B-4F3F-9928-87FF023E48A7}"/>
    <dgm:cxn modelId="{7BE3ED3B-B465-406B-9F91-E5831FB357C1}" type="presOf" srcId="{580EC44C-9BC2-4360-BDB8-CDC22464BED8}" destId="{B500C245-4D47-4077-95F1-665419784014}" srcOrd="0" destOrd="0" presId="urn:microsoft.com/office/officeart/2008/layout/LinedList"/>
    <dgm:cxn modelId="{5C647786-2002-4DAB-A891-D395C50A1B73}" type="presOf" srcId="{5ECF1AB1-A24B-4D4B-8D6A-0E0FCDA55DA4}" destId="{3CBCFC39-09CA-4F9E-8251-B22780012C41}" srcOrd="0" destOrd="0" presId="urn:microsoft.com/office/officeart/2008/layout/LinedList"/>
    <dgm:cxn modelId="{685FF652-185E-4AE5-865B-6086653E455C}" srcId="{580EC44C-9BC2-4360-BDB8-CDC22464BED8}" destId="{F0260184-A4F5-4CFF-BB95-2520C69D324B}" srcOrd="1" destOrd="0" parTransId="{13D71265-9AA8-4A2A-9CDB-6849007CC29B}" sibTransId="{C5C1E22B-6408-40B6-9326-5BAC06122A94}"/>
    <dgm:cxn modelId="{4DEEC2D0-2B73-42DF-9CC3-829AF458BA7A}" type="presParOf" srcId="{3639993B-5D63-470D-BFD6-BAD85DE9FB61}" destId="{9568AE80-AAAF-4597-9FA6-783CE0359AA9}" srcOrd="0" destOrd="0" presId="urn:microsoft.com/office/officeart/2008/layout/LinedList"/>
    <dgm:cxn modelId="{54F97F91-B968-4AC9-96CF-C9A6191B1CA9}" type="presParOf" srcId="{3639993B-5D63-470D-BFD6-BAD85DE9FB61}" destId="{7228F21F-0A53-4712-8D7B-FF43B9B540C5}" srcOrd="1" destOrd="0" presId="urn:microsoft.com/office/officeart/2008/layout/LinedList"/>
    <dgm:cxn modelId="{23CF10FE-8742-49B9-A769-0509FE8B5124}" type="presParOf" srcId="{7228F21F-0A53-4712-8D7B-FF43B9B540C5}" destId="{B500C245-4D47-4077-95F1-665419784014}" srcOrd="0" destOrd="0" presId="urn:microsoft.com/office/officeart/2008/layout/LinedList"/>
    <dgm:cxn modelId="{BC4C402A-AA43-49C3-A133-BDA483A59631}" type="presParOf" srcId="{7228F21F-0A53-4712-8D7B-FF43B9B540C5}" destId="{AC327B59-4A73-4989-B179-70463C57AA12}" srcOrd="1" destOrd="0" presId="urn:microsoft.com/office/officeart/2008/layout/LinedList"/>
    <dgm:cxn modelId="{1C4D359C-8CFC-442E-973F-BCAE475E6DD2}" type="presParOf" srcId="{AC327B59-4A73-4989-B179-70463C57AA12}" destId="{6780AC3A-9A22-423A-81DD-0E4117AF961B}" srcOrd="0" destOrd="0" presId="urn:microsoft.com/office/officeart/2008/layout/LinedList"/>
    <dgm:cxn modelId="{9F1CAE88-F5D1-48A8-A8D1-D44970714A5E}" type="presParOf" srcId="{AC327B59-4A73-4989-B179-70463C57AA12}" destId="{7A935C05-50F7-4D45-B682-F566E506BCDC}" srcOrd="1" destOrd="0" presId="urn:microsoft.com/office/officeart/2008/layout/LinedList"/>
    <dgm:cxn modelId="{4EFE090A-ED91-4F50-9E6E-3D582F7E6868}" type="presParOf" srcId="{7A935C05-50F7-4D45-B682-F566E506BCDC}" destId="{28B1F90C-7973-4D2A-BF68-6EC2E68A055F}" srcOrd="0" destOrd="0" presId="urn:microsoft.com/office/officeart/2008/layout/LinedList"/>
    <dgm:cxn modelId="{AD409871-EEA8-41EA-8AD6-35BD7FE29385}" type="presParOf" srcId="{7A935C05-50F7-4D45-B682-F566E506BCDC}" destId="{3CBCFC39-09CA-4F9E-8251-B22780012C41}" srcOrd="1" destOrd="0" presId="urn:microsoft.com/office/officeart/2008/layout/LinedList"/>
    <dgm:cxn modelId="{62012FEB-393D-4422-9CDE-97FF82CCC905}" type="presParOf" srcId="{7A935C05-50F7-4D45-B682-F566E506BCDC}" destId="{AA3CD038-418A-4DF2-B6C2-D79156C81732}" srcOrd="2" destOrd="0" presId="urn:microsoft.com/office/officeart/2008/layout/LinedList"/>
    <dgm:cxn modelId="{34903902-326E-4258-A672-757123841CDC}" type="presParOf" srcId="{AC327B59-4A73-4989-B179-70463C57AA12}" destId="{A64E2954-E763-4D08-A20E-843605FE7872}" srcOrd="2" destOrd="0" presId="urn:microsoft.com/office/officeart/2008/layout/LinedList"/>
    <dgm:cxn modelId="{75E90C7F-2ED8-479D-A051-BFD03B9E9C57}" type="presParOf" srcId="{AC327B59-4A73-4989-B179-70463C57AA12}" destId="{01389882-5758-4FF4-9381-DF56D3489B0C}" srcOrd="3" destOrd="0" presId="urn:microsoft.com/office/officeart/2008/layout/LinedList"/>
    <dgm:cxn modelId="{7CD5BBF5-D87F-4B2B-B2C0-ED7BBA32F842}" type="presParOf" srcId="{AC327B59-4A73-4989-B179-70463C57AA12}" destId="{C0B13C60-F31E-40BB-AA6E-668E1615C8E5}" srcOrd="4" destOrd="0" presId="urn:microsoft.com/office/officeart/2008/layout/LinedList"/>
    <dgm:cxn modelId="{C763FEDA-6454-4F39-AB64-69DFDFAAFB11}" type="presParOf" srcId="{C0B13C60-F31E-40BB-AA6E-668E1615C8E5}" destId="{DF2EE29F-8871-42D0-8F0D-02AD1FCC6F0E}" srcOrd="0" destOrd="0" presId="urn:microsoft.com/office/officeart/2008/layout/LinedList"/>
    <dgm:cxn modelId="{30E5BC93-569E-4A3C-8ADD-0D874D7436CC}" type="presParOf" srcId="{C0B13C60-F31E-40BB-AA6E-668E1615C8E5}" destId="{63E5C945-BF5C-40E7-88A0-09FED32D6B07}" srcOrd="1" destOrd="0" presId="urn:microsoft.com/office/officeart/2008/layout/LinedList"/>
    <dgm:cxn modelId="{F19082B3-3854-4618-A46C-5FA9BF5BC4C3}" type="presParOf" srcId="{C0B13C60-F31E-40BB-AA6E-668E1615C8E5}" destId="{6BA28D84-BDA9-4A7A-AF40-EECA485E6A83}" srcOrd="2" destOrd="0" presId="urn:microsoft.com/office/officeart/2008/layout/LinedList"/>
    <dgm:cxn modelId="{13015FF2-5907-4E96-826C-9F801E5E53A5}" type="presParOf" srcId="{AC327B59-4A73-4989-B179-70463C57AA12}" destId="{7D1926C0-1126-4B34-BA97-B1A193B86AE6}" srcOrd="5" destOrd="0" presId="urn:microsoft.com/office/officeart/2008/layout/LinedList"/>
    <dgm:cxn modelId="{9BC26396-C0A7-48A8-A176-75D2A370FD2E}" type="presParOf" srcId="{AC327B59-4A73-4989-B179-70463C57AA12}" destId="{B341EE01-0A97-4435-9A0A-F5ED37508110}" srcOrd="6" destOrd="0" presId="urn:microsoft.com/office/officeart/2008/layout/LinedList"/>
    <dgm:cxn modelId="{8D74E442-C483-4A80-B38A-54D7481381E7}" type="presParOf" srcId="{AC327B59-4A73-4989-B179-70463C57AA12}" destId="{6509C943-6D93-4AF6-AF23-B06BB2ECDAF1}" srcOrd="7" destOrd="0" presId="urn:microsoft.com/office/officeart/2008/layout/LinedList"/>
    <dgm:cxn modelId="{313A2843-E845-4D71-A95E-02D9D082375E}" type="presParOf" srcId="{6509C943-6D93-4AF6-AF23-B06BB2ECDAF1}" destId="{0060E7FD-EB9F-4481-97C9-55BE6BD200E3}" srcOrd="0" destOrd="0" presId="urn:microsoft.com/office/officeart/2008/layout/LinedList"/>
    <dgm:cxn modelId="{1BF3CE0C-37B3-43B0-9D86-00D9229884D1}" type="presParOf" srcId="{6509C943-6D93-4AF6-AF23-B06BB2ECDAF1}" destId="{4C9646D6-BCB6-491A-BB81-01F8044EB0AD}" srcOrd="1" destOrd="0" presId="urn:microsoft.com/office/officeart/2008/layout/LinedList"/>
    <dgm:cxn modelId="{0A3B1E40-CABA-4A98-83FD-6592C1E26DFD}" type="presParOf" srcId="{6509C943-6D93-4AF6-AF23-B06BB2ECDAF1}" destId="{47BDD9E6-56C3-441B-9602-3A597AABD9A2}" srcOrd="2" destOrd="0" presId="urn:microsoft.com/office/officeart/2008/layout/LinedList"/>
    <dgm:cxn modelId="{4912325D-3E77-40B5-A1CC-871BFC55EDA7}" type="presParOf" srcId="{AC327B59-4A73-4989-B179-70463C57AA12}" destId="{1E942A3B-2FB4-43EB-8432-ECDAEB43BA3B}" srcOrd="8" destOrd="0" presId="urn:microsoft.com/office/officeart/2008/layout/LinedList"/>
    <dgm:cxn modelId="{7991CFA8-1129-45D1-AE9F-058A2DEE2E97}" type="presParOf" srcId="{AC327B59-4A73-4989-B179-70463C57AA12}" destId="{000FF562-34ED-4089-A5B8-314B8B942FE3}" srcOrd="9"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81F1CE-6039-4FF6-AF62-B699CABCFEB9}" type="doc">
      <dgm:prSet loTypeId="urn:microsoft.com/office/officeart/2008/layout/LinedList" loCatId="list" qsTypeId="urn:microsoft.com/office/officeart/2005/8/quickstyle/simple2" qsCatId="simple" csTypeId="urn:microsoft.com/office/officeart/2005/8/colors/accent0_1" csCatId="mainScheme" phldr="1"/>
      <dgm:spPr/>
      <dgm:t>
        <a:bodyPr/>
        <a:lstStyle/>
        <a:p>
          <a:endParaRPr lang="en-US"/>
        </a:p>
      </dgm:t>
    </dgm:pt>
    <dgm:pt modelId="{81DE0591-D57C-4711-8C88-D230E8ECD7AA}">
      <dgm:prSet custT="1"/>
      <dgm:spPr/>
      <dgm:t>
        <a:bodyPr/>
        <a:lstStyle/>
        <a:p>
          <a:pPr rtl="0"/>
          <a:r>
            <a:rPr lang="en-US" sz="2000" b="1" dirty="0"/>
            <a:t>Results:</a:t>
          </a:r>
          <a:endParaRPr lang="en-US" sz="2000" dirty="0"/>
        </a:p>
      </dgm:t>
    </dgm:pt>
    <dgm:pt modelId="{E2911E1D-CE1A-4BFE-AD1A-E38F0C862987}" type="parTrans" cxnId="{FF88B805-4BFC-4662-B1BD-157CD032A046}">
      <dgm:prSet/>
      <dgm:spPr/>
      <dgm:t>
        <a:bodyPr/>
        <a:lstStyle/>
        <a:p>
          <a:endParaRPr lang="en-US"/>
        </a:p>
      </dgm:t>
    </dgm:pt>
    <dgm:pt modelId="{88553B10-9022-4F52-A40F-E451D3DD4004}" type="sibTrans" cxnId="{FF88B805-4BFC-4662-B1BD-157CD032A046}">
      <dgm:prSet/>
      <dgm:spPr/>
      <dgm:t>
        <a:bodyPr/>
        <a:lstStyle/>
        <a:p>
          <a:endParaRPr lang="en-US"/>
        </a:p>
      </dgm:t>
    </dgm:pt>
    <dgm:pt modelId="{79A446E2-32EB-4721-9543-9D699A307F18}">
      <dgm:prSet custT="1"/>
      <dgm:spPr/>
      <dgm:t>
        <a:bodyPr/>
        <a:lstStyle/>
        <a:p>
          <a:pPr rtl="0"/>
          <a:r>
            <a:rPr lang="en-US" sz="1800" b="1" dirty="0"/>
            <a:t>Compared to the latest prediction graph model GWN</a:t>
          </a:r>
          <a:r>
            <a:rPr lang="en-US" sz="1800" dirty="0"/>
            <a:t>: higher prediction error at 15mins, then it decreases beyond 30mins.</a:t>
          </a:r>
        </a:p>
      </dgm:t>
    </dgm:pt>
    <dgm:pt modelId="{6B8C962F-EDBF-480B-8473-791B9C52F2EA}" type="parTrans" cxnId="{089A582D-48AF-44EA-ACFF-9B4BC2B5B8B0}">
      <dgm:prSet/>
      <dgm:spPr/>
      <dgm:t>
        <a:bodyPr/>
        <a:lstStyle/>
        <a:p>
          <a:endParaRPr lang="en-US"/>
        </a:p>
      </dgm:t>
    </dgm:pt>
    <dgm:pt modelId="{482EBD28-0911-408F-9886-8D73A701C55F}" type="sibTrans" cxnId="{089A582D-48AF-44EA-ACFF-9B4BC2B5B8B0}">
      <dgm:prSet/>
      <dgm:spPr/>
      <dgm:t>
        <a:bodyPr/>
        <a:lstStyle/>
        <a:p>
          <a:endParaRPr lang="en-US"/>
        </a:p>
      </dgm:t>
    </dgm:pt>
    <dgm:pt modelId="{F8B13444-4B22-4813-B3F5-4D76F8D2125E}">
      <dgm:prSet custT="1"/>
      <dgm:spPr/>
      <dgm:t>
        <a:bodyPr/>
        <a:lstStyle/>
        <a:p>
          <a:pPr rtl="0"/>
          <a:r>
            <a:rPr lang="en-US" sz="1800" b="1" dirty="0"/>
            <a:t>Compared to benchmark model - 1</a:t>
          </a:r>
          <a:r>
            <a:rPr lang="en-US" sz="1800" b="1" baseline="30000" dirty="0"/>
            <a:t>st</a:t>
          </a:r>
          <a:r>
            <a:rPr lang="en-US" sz="1800" b="1" dirty="0"/>
            <a:t>  dataset</a:t>
          </a:r>
          <a:r>
            <a:rPr lang="en-US" sz="1800" dirty="0"/>
            <a:t>: lower MAE by 0.19 - lower MAPE by 0.7% - lower RMSE by 0.49  </a:t>
          </a:r>
        </a:p>
      </dgm:t>
    </dgm:pt>
    <dgm:pt modelId="{8505394F-5CA8-4F05-A5E8-8D19F2BFC41C}" type="parTrans" cxnId="{8F17CC49-5F36-4064-88C1-2AA041C28721}">
      <dgm:prSet/>
      <dgm:spPr/>
      <dgm:t>
        <a:bodyPr/>
        <a:lstStyle/>
        <a:p>
          <a:endParaRPr lang="en-US"/>
        </a:p>
      </dgm:t>
    </dgm:pt>
    <dgm:pt modelId="{1C50D28D-5138-4894-8433-0C9E8DCCA991}" type="sibTrans" cxnId="{8F17CC49-5F36-4064-88C1-2AA041C28721}">
      <dgm:prSet/>
      <dgm:spPr/>
      <dgm:t>
        <a:bodyPr/>
        <a:lstStyle/>
        <a:p>
          <a:endParaRPr lang="en-US"/>
        </a:p>
      </dgm:t>
    </dgm:pt>
    <dgm:pt modelId="{5BDDBC54-8F45-4EF4-87C5-02E5D55C652A}">
      <dgm:prSet custT="1"/>
      <dgm:spPr/>
      <dgm:t>
        <a:bodyPr/>
        <a:lstStyle/>
        <a:p>
          <a:pPr rtl="0"/>
          <a:r>
            <a:rPr lang="en-US" sz="1800" b="1" dirty="0"/>
            <a:t>Compared to benchmark model – 2</a:t>
          </a:r>
          <a:r>
            <a:rPr lang="en-US" sz="1800" b="1" baseline="30000" dirty="0"/>
            <a:t>nd</a:t>
          </a:r>
          <a:r>
            <a:rPr lang="en-US" sz="1800" b="1" dirty="0"/>
            <a:t> dataset:</a:t>
          </a:r>
          <a:r>
            <a:rPr lang="en-US" sz="1800" dirty="0"/>
            <a:t> lower MAE by 0.18 - lower MAPE by 0.40% - lower RMSE by 0.41</a:t>
          </a:r>
        </a:p>
      </dgm:t>
    </dgm:pt>
    <dgm:pt modelId="{E980F62F-20CB-4DF4-9354-EA99B502C74E}" type="parTrans" cxnId="{9DCA520F-97BC-4DF4-A211-D9D25124C560}">
      <dgm:prSet/>
      <dgm:spPr/>
      <dgm:t>
        <a:bodyPr/>
        <a:lstStyle/>
        <a:p>
          <a:endParaRPr lang="en-US"/>
        </a:p>
      </dgm:t>
    </dgm:pt>
    <dgm:pt modelId="{4BEC20F4-0AC8-4D14-9CB9-78B97C3FDBE9}" type="sibTrans" cxnId="{9DCA520F-97BC-4DF4-A211-D9D25124C560}">
      <dgm:prSet/>
      <dgm:spPr/>
      <dgm:t>
        <a:bodyPr/>
        <a:lstStyle/>
        <a:p>
          <a:endParaRPr lang="en-US"/>
        </a:p>
      </dgm:t>
    </dgm:pt>
    <dgm:pt modelId="{3545F543-245C-4C91-8A08-A8740B4F15A5}" type="pres">
      <dgm:prSet presAssocID="{1981F1CE-6039-4FF6-AF62-B699CABCFEB9}" presName="vert0" presStyleCnt="0">
        <dgm:presLayoutVars>
          <dgm:dir/>
          <dgm:animOne val="branch"/>
          <dgm:animLvl val="lvl"/>
        </dgm:presLayoutVars>
      </dgm:prSet>
      <dgm:spPr/>
      <dgm:t>
        <a:bodyPr/>
        <a:lstStyle/>
        <a:p>
          <a:endParaRPr lang="en-US"/>
        </a:p>
      </dgm:t>
    </dgm:pt>
    <dgm:pt modelId="{61EE1E46-DE56-4849-A02C-6EF2A347FBFF}" type="pres">
      <dgm:prSet presAssocID="{81DE0591-D57C-4711-8C88-D230E8ECD7AA}" presName="thickLine" presStyleLbl="alignNode1" presStyleIdx="0" presStyleCnt="1" custLinFactNeighborX="10619"/>
      <dgm:spPr/>
    </dgm:pt>
    <dgm:pt modelId="{27EF012F-F18E-4896-83CC-4F328C3499AB}" type="pres">
      <dgm:prSet presAssocID="{81DE0591-D57C-4711-8C88-D230E8ECD7AA}" presName="horz1" presStyleCnt="0"/>
      <dgm:spPr/>
    </dgm:pt>
    <dgm:pt modelId="{BC5AE258-40D2-443E-9E15-534350B4744C}" type="pres">
      <dgm:prSet presAssocID="{81DE0591-D57C-4711-8C88-D230E8ECD7AA}" presName="tx1" presStyleLbl="revTx" presStyleIdx="0" presStyleCnt="4"/>
      <dgm:spPr/>
      <dgm:t>
        <a:bodyPr/>
        <a:lstStyle/>
        <a:p>
          <a:endParaRPr lang="en-US"/>
        </a:p>
      </dgm:t>
    </dgm:pt>
    <dgm:pt modelId="{351FBB37-DC82-4F0F-92A1-A8DD657C8997}" type="pres">
      <dgm:prSet presAssocID="{81DE0591-D57C-4711-8C88-D230E8ECD7AA}" presName="vert1" presStyleCnt="0"/>
      <dgm:spPr/>
    </dgm:pt>
    <dgm:pt modelId="{29786142-23BB-41B0-A2C0-BE470E340CC4}" type="pres">
      <dgm:prSet presAssocID="{79A446E2-32EB-4721-9543-9D699A307F18}" presName="vertSpace2a" presStyleCnt="0"/>
      <dgm:spPr/>
    </dgm:pt>
    <dgm:pt modelId="{6E65A71B-743F-4AA8-B57E-4009300829C8}" type="pres">
      <dgm:prSet presAssocID="{79A446E2-32EB-4721-9543-9D699A307F18}" presName="horz2" presStyleCnt="0"/>
      <dgm:spPr/>
    </dgm:pt>
    <dgm:pt modelId="{0A0C6653-917A-455D-B6DB-6BA8B450ECA6}" type="pres">
      <dgm:prSet presAssocID="{79A446E2-32EB-4721-9543-9D699A307F18}" presName="horzSpace2" presStyleCnt="0"/>
      <dgm:spPr/>
    </dgm:pt>
    <dgm:pt modelId="{774C4483-3525-4B43-BD6E-00FC3EA3D000}" type="pres">
      <dgm:prSet presAssocID="{79A446E2-32EB-4721-9543-9D699A307F18}" presName="tx2" presStyleLbl="revTx" presStyleIdx="1" presStyleCnt="4" custScaleY="35028"/>
      <dgm:spPr/>
      <dgm:t>
        <a:bodyPr/>
        <a:lstStyle/>
        <a:p>
          <a:endParaRPr lang="en-US"/>
        </a:p>
      </dgm:t>
    </dgm:pt>
    <dgm:pt modelId="{40F03877-B2D7-4C84-B9C2-E3BB68070920}" type="pres">
      <dgm:prSet presAssocID="{79A446E2-32EB-4721-9543-9D699A307F18}" presName="vert2" presStyleCnt="0"/>
      <dgm:spPr/>
    </dgm:pt>
    <dgm:pt modelId="{FD915B2F-E84A-45D3-825B-704312E2FB3F}" type="pres">
      <dgm:prSet presAssocID="{79A446E2-32EB-4721-9543-9D699A307F18}" presName="thinLine2b" presStyleLbl="callout" presStyleIdx="0" presStyleCnt="3"/>
      <dgm:spPr/>
    </dgm:pt>
    <dgm:pt modelId="{83550D4A-0E8D-4AE9-9C5D-0105B064D80C}" type="pres">
      <dgm:prSet presAssocID="{79A446E2-32EB-4721-9543-9D699A307F18}" presName="vertSpace2b" presStyleCnt="0"/>
      <dgm:spPr/>
    </dgm:pt>
    <dgm:pt modelId="{04A9C99E-2582-42EE-A7E1-87CCA2155B6A}" type="pres">
      <dgm:prSet presAssocID="{F8B13444-4B22-4813-B3F5-4D76F8D2125E}" presName="horz2" presStyleCnt="0"/>
      <dgm:spPr/>
    </dgm:pt>
    <dgm:pt modelId="{F14BA00F-E9E8-4810-8915-DD0021C90D3F}" type="pres">
      <dgm:prSet presAssocID="{F8B13444-4B22-4813-B3F5-4D76F8D2125E}" presName="horzSpace2" presStyleCnt="0"/>
      <dgm:spPr/>
    </dgm:pt>
    <dgm:pt modelId="{24AB1ECE-DA12-49B8-B635-B4328B458907}" type="pres">
      <dgm:prSet presAssocID="{F8B13444-4B22-4813-B3F5-4D76F8D2125E}" presName="tx2" presStyleLbl="revTx" presStyleIdx="2" presStyleCnt="4" custScaleY="36946"/>
      <dgm:spPr/>
      <dgm:t>
        <a:bodyPr/>
        <a:lstStyle/>
        <a:p>
          <a:endParaRPr lang="en-US"/>
        </a:p>
      </dgm:t>
    </dgm:pt>
    <dgm:pt modelId="{47FCDB7A-ABB4-47AC-A034-09AA665AD934}" type="pres">
      <dgm:prSet presAssocID="{F8B13444-4B22-4813-B3F5-4D76F8D2125E}" presName="vert2" presStyleCnt="0"/>
      <dgm:spPr/>
    </dgm:pt>
    <dgm:pt modelId="{46939221-DBC9-4274-98B8-DAA66192BDED}" type="pres">
      <dgm:prSet presAssocID="{F8B13444-4B22-4813-B3F5-4D76F8D2125E}" presName="thinLine2b" presStyleLbl="callout" presStyleIdx="1" presStyleCnt="3"/>
      <dgm:spPr/>
    </dgm:pt>
    <dgm:pt modelId="{CE5B83D9-E3BE-49FF-B24B-9228C44A7374}" type="pres">
      <dgm:prSet presAssocID="{F8B13444-4B22-4813-B3F5-4D76F8D2125E}" presName="vertSpace2b" presStyleCnt="0"/>
      <dgm:spPr/>
    </dgm:pt>
    <dgm:pt modelId="{8297CADC-389A-44D0-9CB9-00E10A5C8F2A}" type="pres">
      <dgm:prSet presAssocID="{5BDDBC54-8F45-4EF4-87C5-02E5D55C652A}" presName="horz2" presStyleCnt="0"/>
      <dgm:spPr/>
    </dgm:pt>
    <dgm:pt modelId="{5C245DCD-BB63-4889-B0CA-649ABEBDA19B}" type="pres">
      <dgm:prSet presAssocID="{5BDDBC54-8F45-4EF4-87C5-02E5D55C652A}" presName="horzSpace2" presStyleCnt="0"/>
      <dgm:spPr/>
    </dgm:pt>
    <dgm:pt modelId="{0AB43ED2-ABCD-4F22-BB54-D4B102B2229D}" type="pres">
      <dgm:prSet presAssocID="{5BDDBC54-8F45-4EF4-87C5-02E5D55C652A}" presName="tx2" presStyleLbl="revTx" presStyleIdx="3" presStyleCnt="4" custScaleY="37873"/>
      <dgm:spPr/>
      <dgm:t>
        <a:bodyPr/>
        <a:lstStyle/>
        <a:p>
          <a:endParaRPr lang="en-US"/>
        </a:p>
      </dgm:t>
    </dgm:pt>
    <dgm:pt modelId="{564D28E9-D42F-4943-8D07-86D0F27B80E2}" type="pres">
      <dgm:prSet presAssocID="{5BDDBC54-8F45-4EF4-87C5-02E5D55C652A}" presName="vert2" presStyleCnt="0"/>
      <dgm:spPr/>
    </dgm:pt>
    <dgm:pt modelId="{17931E35-30B6-4771-8297-94BCBFDD9C51}" type="pres">
      <dgm:prSet presAssocID="{5BDDBC54-8F45-4EF4-87C5-02E5D55C652A}" presName="thinLine2b" presStyleLbl="callout" presStyleIdx="2" presStyleCnt="3"/>
      <dgm:spPr/>
    </dgm:pt>
    <dgm:pt modelId="{99963D44-1CE3-4001-9B20-21C6939EF222}" type="pres">
      <dgm:prSet presAssocID="{5BDDBC54-8F45-4EF4-87C5-02E5D55C652A}" presName="vertSpace2b" presStyleCnt="0"/>
      <dgm:spPr/>
    </dgm:pt>
  </dgm:ptLst>
  <dgm:cxnLst>
    <dgm:cxn modelId="{089A582D-48AF-44EA-ACFF-9B4BC2B5B8B0}" srcId="{81DE0591-D57C-4711-8C88-D230E8ECD7AA}" destId="{79A446E2-32EB-4721-9543-9D699A307F18}" srcOrd="0" destOrd="0" parTransId="{6B8C962F-EDBF-480B-8473-791B9C52F2EA}" sibTransId="{482EBD28-0911-408F-9886-8D73A701C55F}"/>
    <dgm:cxn modelId="{FF88B805-4BFC-4662-B1BD-157CD032A046}" srcId="{1981F1CE-6039-4FF6-AF62-B699CABCFEB9}" destId="{81DE0591-D57C-4711-8C88-D230E8ECD7AA}" srcOrd="0" destOrd="0" parTransId="{E2911E1D-CE1A-4BFE-AD1A-E38F0C862987}" sibTransId="{88553B10-9022-4F52-A40F-E451D3DD4004}"/>
    <dgm:cxn modelId="{F86F93FD-A2A7-47A5-B8C8-F57C5513AEE7}" type="presOf" srcId="{5BDDBC54-8F45-4EF4-87C5-02E5D55C652A}" destId="{0AB43ED2-ABCD-4F22-BB54-D4B102B2229D}" srcOrd="0" destOrd="0" presId="urn:microsoft.com/office/officeart/2008/layout/LinedList"/>
    <dgm:cxn modelId="{36B16EEB-B6AD-48BA-8A24-D2B48451CFDF}" type="presOf" srcId="{F8B13444-4B22-4813-B3F5-4D76F8D2125E}" destId="{24AB1ECE-DA12-49B8-B635-B4328B458907}" srcOrd="0" destOrd="0" presId="urn:microsoft.com/office/officeart/2008/layout/LinedList"/>
    <dgm:cxn modelId="{9DCA520F-97BC-4DF4-A211-D9D25124C560}" srcId="{81DE0591-D57C-4711-8C88-D230E8ECD7AA}" destId="{5BDDBC54-8F45-4EF4-87C5-02E5D55C652A}" srcOrd="2" destOrd="0" parTransId="{E980F62F-20CB-4DF4-9354-EA99B502C74E}" sibTransId="{4BEC20F4-0AC8-4D14-9CB9-78B97C3FDBE9}"/>
    <dgm:cxn modelId="{60612226-EC8E-4D03-98CC-90770B1B76B3}" type="presOf" srcId="{81DE0591-D57C-4711-8C88-D230E8ECD7AA}" destId="{BC5AE258-40D2-443E-9E15-534350B4744C}" srcOrd="0" destOrd="0" presId="urn:microsoft.com/office/officeart/2008/layout/LinedList"/>
    <dgm:cxn modelId="{DC5C2521-B892-4D38-A05D-1447B82DDCF4}" type="presOf" srcId="{1981F1CE-6039-4FF6-AF62-B699CABCFEB9}" destId="{3545F543-245C-4C91-8A08-A8740B4F15A5}" srcOrd="0" destOrd="0" presId="urn:microsoft.com/office/officeart/2008/layout/LinedList"/>
    <dgm:cxn modelId="{8F17CC49-5F36-4064-88C1-2AA041C28721}" srcId="{81DE0591-D57C-4711-8C88-D230E8ECD7AA}" destId="{F8B13444-4B22-4813-B3F5-4D76F8D2125E}" srcOrd="1" destOrd="0" parTransId="{8505394F-5CA8-4F05-A5E8-8D19F2BFC41C}" sibTransId="{1C50D28D-5138-4894-8433-0C9E8DCCA991}"/>
    <dgm:cxn modelId="{E9D212D1-5722-4485-A41D-000D555DF80B}" type="presOf" srcId="{79A446E2-32EB-4721-9543-9D699A307F18}" destId="{774C4483-3525-4B43-BD6E-00FC3EA3D000}" srcOrd="0" destOrd="0" presId="urn:microsoft.com/office/officeart/2008/layout/LinedList"/>
    <dgm:cxn modelId="{E501D661-1AD2-4342-A754-4A077D848C31}" type="presParOf" srcId="{3545F543-245C-4C91-8A08-A8740B4F15A5}" destId="{61EE1E46-DE56-4849-A02C-6EF2A347FBFF}" srcOrd="0" destOrd="0" presId="urn:microsoft.com/office/officeart/2008/layout/LinedList"/>
    <dgm:cxn modelId="{3A9BB3D6-7604-4A75-953E-5729E7F51E8E}" type="presParOf" srcId="{3545F543-245C-4C91-8A08-A8740B4F15A5}" destId="{27EF012F-F18E-4896-83CC-4F328C3499AB}" srcOrd="1" destOrd="0" presId="urn:microsoft.com/office/officeart/2008/layout/LinedList"/>
    <dgm:cxn modelId="{A2E5CFDA-2B3E-4465-85FB-B4B315639CC6}" type="presParOf" srcId="{27EF012F-F18E-4896-83CC-4F328C3499AB}" destId="{BC5AE258-40D2-443E-9E15-534350B4744C}" srcOrd="0" destOrd="0" presId="urn:microsoft.com/office/officeart/2008/layout/LinedList"/>
    <dgm:cxn modelId="{0A483F8A-79D3-42E0-87F5-88B94B920591}" type="presParOf" srcId="{27EF012F-F18E-4896-83CC-4F328C3499AB}" destId="{351FBB37-DC82-4F0F-92A1-A8DD657C8997}" srcOrd="1" destOrd="0" presId="urn:microsoft.com/office/officeart/2008/layout/LinedList"/>
    <dgm:cxn modelId="{5255B721-86E4-4E70-B5B2-E4E522068685}" type="presParOf" srcId="{351FBB37-DC82-4F0F-92A1-A8DD657C8997}" destId="{29786142-23BB-41B0-A2C0-BE470E340CC4}" srcOrd="0" destOrd="0" presId="urn:microsoft.com/office/officeart/2008/layout/LinedList"/>
    <dgm:cxn modelId="{114A3572-9A13-4140-AD95-1661C01EA0BF}" type="presParOf" srcId="{351FBB37-DC82-4F0F-92A1-A8DD657C8997}" destId="{6E65A71B-743F-4AA8-B57E-4009300829C8}" srcOrd="1" destOrd="0" presId="urn:microsoft.com/office/officeart/2008/layout/LinedList"/>
    <dgm:cxn modelId="{64B2C2A3-E594-4F96-91A8-FF4BFA50184A}" type="presParOf" srcId="{6E65A71B-743F-4AA8-B57E-4009300829C8}" destId="{0A0C6653-917A-455D-B6DB-6BA8B450ECA6}" srcOrd="0" destOrd="0" presId="urn:microsoft.com/office/officeart/2008/layout/LinedList"/>
    <dgm:cxn modelId="{964C84AC-51BD-4F02-AAF2-B4A36CE0BA4E}" type="presParOf" srcId="{6E65A71B-743F-4AA8-B57E-4009300829C8}" destId="{774C4483-3525-4B43-BD6E-00FC3EA3D000}" srcOrd="1" destOrd="0" presId="urn:microsoft.com/office/officeart/2008/layout/LinedList"/>
    <dgm:cxn modelId="{D45B9197-F182-4C19-9C47-D38E34BC7489}" type="presParOf" srcId="{6E65A71B-743F-4AA8-B57E-4009300829C8}" destId="{40F03877-B2D7-4C84-B9C2-E3BB68070920}" srcOrd="2" destOrd="0" presId="urn:microsoft.com/office/officeart/2008/layout/LinedList"/>
    <dgm:cxn modelId="{4E329FDF-E09D-4E7D-AAA8-08AB6C22656E}" type="presParOf" srcId="{351FBB37-DC82-4F0F-92A1-A8DD657C8997}" destId="{FD915B2F-E84A-45D3-825B-704312E2FB3F}" srcOrd="2" destOrd="0" presId="urn:microsoft.com/office/officeart/2008/layout/LinedList"/>
    <dgm:cxn modelId="{29325BE9-69B2-45DE-B5F1-4F8928E74421}" type="presParOf" srcId="{351FBB37-DC82-4F0F-92A1-A8DD657C8997}" destId="{83550D4A-0E8D-4AE9-9C5D-0105B064D80C}" srcOrd="3" destOrd="0" presId="urn:microsoft.com/office/officeart/2008/layout/LinedList"/>
    <dgm:cxn modelId="{D618EB98-8BFD-4A4B-9493-21E8E108CEE3}" type="presParOf" srcId="{351FBB37-DC82-4F0F-92A1-A8DD657C8997}" destId="{04A9C99E-2582-42EE-A7E1-87CCA2155B6A}" srcOrd="4" destOrd="0" presId="urn:microsoft.com/office/officeart/2008/layout/LinedList"/>
    <dgm:cxn modelId="{0D93EA53-FF17-484A-86AE-444F5C8CA833}" type="presParOf" srcId="{04A9C99E-2582-42EE-A7E1-87CCA2155B6A}" destId="{F14BA00F-E9E8-4810-8915-DD0021C90D3F}" srcOrd="0" destOrd="0" presId="urn:microsoft.com/office/officeart/2008/layout/LinedList"/>
    <dgm:cxn modelId="{17A166FE-88C2-4B29-9289-D3DD04FCF68D}" type="presParOf" srcId="{04A9C99E-2582-42EE-A7E1-87CCA2155B6A}" destId="{24AB1ECE-DA12-49B8-B635-B4328B458907}" srcOrd="1" destOrd="0" presId="urn:microsoft.com/office/officeart/2008/layout/LinedList"/>
    <dgm:cxn modelId="{AA14947C-C530-44DB-BC6D-39737E78F90B}" type="presParOf" srcId="{04A9C99E-2582-42EE-A7E1-87CCA2155B6A}" destId="{47FCDB7A-ABB4-47AC-A034-09AA665AD934}" srcOrd="2" destOrd="0" presId="urn:microsoft.com/office/officeart/2008/layout/LinedList"/>
    <dgm:cxn modelId="{D6E669B6-301C-4663-A7A9-0F6FECDD521E}" type="presParOf" srcId="{351FBB37-DC82-4F0F-92A1-A8DD657C8997}" destId="{46939221-DBC9-4274-98B8-DAA66192BDED}" srcOrd="5" destOrd="0" presId="urn:microsoft.com/office/officeart/2008/layout/LinedList"/>
    <dgm:cxn modelId="{5D5B6153-DC51-4D48-A1E6-1459EADCE443}" type="presParOf" srcId="{351FBB37-DC82-4F0F-92A1-A8DD657C8997}" destId="{CE5B83D9-E3BE-49FF-B24B-9228C44A7374}" srcOrd="6" destOrd="0" presId="urn:microsoft.com/office/officeart/2008/layout/LinedList"/>
    <dgm:cxn modelId="{4AA29B56-BF7E-4B1B-BF49-C3982D7546C4}" type="presParOf" srcId="{351FBB37-DC82-4F0F-92A1-A8DD657C8997}" destId="{8297CADC-389A-44D0-9CB9-00E10A5C8F2A}" srcOrd="7" destOrd="0" presId="urn:microsoft.com/office/officeart/2008/layout/LinedList"/>
    <dgm:cxn modelId="{A9F28BC1-1835-479C-9CAA-E63977A268DD}" type="presParOf" srcId="{8297CADC-389A-44D0-9CB9-00E10A5C8F2A}" destId="{5C245DCD-BB63-4889-B0CA-649ABEBDA19B}" srcOrd="0" destOrd="0" presId="urn:microsoft.com/office/officeart/2008/layout/LinedList"/>
    <dgm:cxn modelId="{A9EE5B8F-68E8-4189-9FD2-4724B7023ED7}" type="presParOf" srcId="{8297CADC-389A-44D0-9CB9-00E10A5C8F2A}" destId="{0AB43ED2-ABCD-4F22-BB54-D4B102B2229D}" srcOrd="1" destOrd="0" presId="urn:microsoft.com/office/officeart/2008/layout/LinedList"/>
    <dgm:cxn modelId="{EE37B139-71DB-46F1-A407-E491CB9EF0E1}" type="presParOf" srcId="{8297CADC-389A-44D0-9CB9-00E10A5C8F2A}" destId="{564D28E9-D42F-4943-8D07-86D0F27B80E2}" srcOrd="2" destOrd="0" presId="urn:microsoft.com/office/officeart/2008/layout/LinedList"/>
    <dgm:cxn modelId="{C97FFE77-8732-47B6-AD6C-C4A5C041E06D}" type="presParOf" srcId="{351FBB37-DC82-4F0F-92A1-A8DD657C8997}" destId="{17931E35-30B6-4771-8297-94BCBFDD9C51}" srcOrd="8" destOrd="0" presId="urn:microsoft.com/office/officeart/2008/layout/LinedList"/>
    <dgm:cxn modelId="{DB89D598-E657-4E53-A611-6B1EC5D64E5E}" type="presParOf" srcId="{351FBB37-DC82-4F0F-92A1-A8DD657C8997}" destId="{99963D44-1CE3-4001-9B20-21C6939EF222}" srcOrd="9"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E950EDD-7B4F-44B5-B834-9AE072FC8F96}" type="doc">
      <dgm:prSet loTypeId="urn:microsoft.com/office/officeart/2008/layout/LinedList" loCatId="list" qsTypeId="urn:microsoft.com/office/officeart/2005/8/quickstyle/simple2" qsCatId="simple" csTypeId="urn:microsoft.com/office/officeart/2005/8/colors/accent0_1" csCatId="mainScheme" phldr="1"/>
      <dgm:spPr/>
      <dgm:t>
        <a:bodyPr/>
        <a:lstStyle/>
        <a:p>
          <a:endParaRPr lang="en-US"/>
        </a:p>
      </dgm:t>
    </dgm:pt>
    <dgm:pt modelId="{4244C405-4C9B-4025-962A-A51E7E1E0428}">
      <dgm:prSet custT="1"/>
      <dgm:spPr/>
      <dgm:t>
        <a:bodyPr/>
        <a:lstStyle/>
        <a:p>
          <a:r>
            <a:rPr lang="en-US" sz="2000" b="1" dirty="0"/>
            <a:t>Methodology:</a:t>
          </a:r>
          <a:endParaRPr lang="en-US" sz="2000" dirty="0"/>
        </a:p>
      </dgm:t>
    </dgm:pt>
    <dgm:pt modelId="{D52BF9B8-4D2B-4BAB-865C-DBA3067A39A5}" type="parTrans" cxnId="{0B8AB76B-D4B1-4F46-83EA-1CD45EC53038}">
      <dgm:prSet/>
      <dgm:spPr/>
      <dgm:t>
        <a:bodyPr/>
        <a:lstStyle/>
        <a:p>
          <a:endParaRPr lang="en-US"/>
        </a:p>
      </dgm:t>
    </dgm:pt>
    <dgm:pt modelId="{BF755465-315C-4B2E-B396-7E5FDE5CDCA0}" type="sibTrans" cxnId="{0B8AB76B-D4B1-4F46-83EA-1CD45EC53038}">
      <dgm:prSet/>
      <dgm:spPr/>
      <dgm:t>
        <a:bodyPr/>
        <a:lstStyle/>
        <a:p>
          <a:endParaRPr lang="en-US"/>
        </a:p>
      </dgm:t>
    </dgm:pt>
    <dgm:pt modelId="{40261E82-4CA2-44B7-AB38-9FE3678CD556}">
      <dgm:prSet custT="1"/>
      <dgm:spPr/>
      <dgm:t>
        <a:bodyPr/>
        <a:lstStyle/>
        <a:p>
          <a:r>
            <a:rPr lang="en-US" sz="1800" dirty="0"/>
            <a:t>Modelling the traffic network as graphs defined across time steps.</a:t>
          </a:r>
        </a:p>
      </dgm:t>
    </dgm:pt>
    <dgm:pt modelId="{023968FC-E9DE-47E1-9ADA-E76057E7B8E4}" type="parTrans" cxnId="{974944A8-4E84-4C9D-86D1-17B34FAF00B0}">
      <dgm:prSet/>
      <dgm:spPr/>
      <dgm:t>
        <a:bodyPr/>
        <a:lstStyle/>
        <a:p>
          <a:endParaRPr lang="en-US"/>
        </a:p>
      </dgm:t>
    </dgm:pt>
    <dgm:pt modelId="{654E6D8B-710C-4AC6-AF55-0069C2E9CDB0}" type="sibTrans" cxnId="{974944A8-4E84-4C9D-86D1-17B34FAF00B0}">
      <dgm:prSet/>
      <dgm:spPr/>
      <dgm:t>
        <a:bodyPr/>
        <a:lstStyle/>
        <a:p>
          <a:endParaRPr lang="en-US"/>
        </a:p>
      </dgm:t>
    </dgm:pt>
    <dgm:pt modelId="{1FBAA785-57DA-48A0-9E33-43B8699B8D12}">
      <dgm:prSet custT="1"/>
      <dgm:spPr/>
      <dgm:t>
        <a:bodyPr/>
        <a:lstStyle/>
        <a:p>
          <a:r>
            <a:rPr lang="en-US" sz="1800" dirty="0"/>
            <a:t>Designing a neural architecture containing two blocks with temporal and spatial layers and output block transforms information into the final output.</a:t>
          </a:r>
        </a:p>
      </dgm:t>
    </dgm:pt>
    <dgm:pt modelId="{5C8F0F07-271C-4113-A5A8-277E65063BD7}" type="parTrans" cxnId="{7F1363AF-0308-4D18-B96A-3C465834450B}">
      <dgm:prSet/>
      <dgm:spPr/>
      <dgm:t>
        <a:bodyPr/>
        <a:lstStyle/>
        <a:p>
          <a:endParaRPr lang="en-US"/>
        </a:p>
      </dgm:t>
    </dgm:pt>
    <dgm:pt modelId="{CE7C1532-C37A-4288-8D72-41129272B98E}" type="sibTrans" cxnId="{7F1363AF-0308-4D18-B96A-3C465834450B}">
      <dgm:prSet/>
      <dgm:spPr/>
      <dgm:t>
        <a:bodyPr/>
        <a:lstStyle/>
        <a:p>
          <a:endParaRPr lang="en-US"/>
        </a:p>
      </dgm:t>
    </dgm:pt>
    <dgm:pt modelId="{43A5A29B-5570-4678-BB64-37AA92FF1FA8}">
      <dgm:prSet custT="1"/>
      <dgm:spPr/>
      <dgm:t>
        <a:bodyPr/>
        <a:lstStyle/>
        <a:p>
          <a:r>
            <a:rPr lang="en-US" sz="1800" dirty="0"/>
            <a:t>Using two knowledge distillation techniques, response-based distillation, and feature-based knowledge distillation.</a:t>
          </a:r>
        </a:p>
      </dgm:t>
    </dgm:pt>
    <dgm:pt modelId="{591A9F59-91D0-4766-A6CE-04A9489EEA7C}" type="parTrans" cxnId="{007451D4-8E1F-4810-8E3A-79BDD241EA98}">
      <dgm:prSet/>
      <dgm:spPr/>
      <dgm:t>
        <a:bodyPr/>
        <a:lstStyle/>
        <a:p>
          <a:endParaRPr lang="en-US"/>
        </a:p>
      </dgm:t>
    </dgm:pt>
    <dgm:pt modelId="{CCAAB71C-F2B6-4053-8267-D1D7E4DC2297}" type="sibTrans" cxnId="{007451D4-8E1F-4810-8E3A-79BDD241EA98}">
      <dgm:prSet/>
      <dgm:spPr/>
      <dgm:t>
        <a:bodyPr/>
        <a:lstStyle/>
        <a:p>
          <a:endParaRPr lang="en-US"/>
        </a:p>
      </dgm:t>
    </dgm:pt>
    <dgm:pt modelId="{5118C753-D486-4072-A469-C747F6A58189}">
      <dgm:prSet custT="1"/>
      <dgm:spPr/>
      <dgm:t>
        <a:bodyPr/>
        <a:lstStyle/>
        <a:p>
          <a:r>
            <a:rPr lang="en-US" sz="1800" dirty="0"/>
            <a:t>Based on the student model from knowledge distillation, using a cost function to train this student network to reduce the number of parameters.</a:t>
          </a:r>
        </a:p>
      </dgm:t>
    </dgm:pt>
    <dgm:pt modelId="{A3BB5FBF-2D3A-4320-A097-9215DD416AB0}" type="parTrans" cxnId="{F79887FB-1965-4200-AD91-A7AE4EA8778D}">
      <dgm:prSet/>
      <dgm:spPr/>
      <dgm:t>
        <a:bodyPr/>
        <a:lstStyle/>
        <a:p>
          <a:endParaRPr lang="en-US"/>
        </a:p>
      </dgm:t>
    </dgm:pt>
    <dgm:pt modelId="{CD25ED68-3B1F-4926-AD54-C83B46AE516C}" type="sibTrans" cxnId="{F79887FB-1965-4200-AD91-A7AE4EA8778D}">
      <dgm:prSet/>
      <dgm:spPr/>
      <dgm:t>
        <a:bodyPr/>
        <a:lstStyle/>
        <a:p>
          <a:endParaRPr lang="en-US"/>
        </a:p>
      </dgm:t>
    </dgm:pt>
    <dgm:pt modelId="{FD5F4922-B485-406E-9773-54141F0BB100}" type="pres">
      <dgm:prSet presAssocID="{3E950EDD-7B4F-44B5-B834-9AE072FC8F96}" presName="vert0" presStyleCnt="0">
        <dgm:presLayoutVars>
          <dgm:dir/>
          <dgm:animOne val="branch"/>
          <dgm:animLvl val="lvl"/>
        </dgm:presLayoutVars>
      </dgm:prSet>
      <dgm:spPr/>
      <dgm:t>
        <a:bodyPr/>
        <a:lstStyle/>
        <a:p>
          <a:endParaRPr lang="en-US"/>
        </a:p>
      </dgm:t>
    </dgm:pt>
    <dgm:pt modelId="{20606F1B-8C5B-4709-B652-7A5751392F90}" type="pres">
      <dgm:prSet presAssocID="{4244C405-4C9B-4025-962A-A51E7E1E0428}" presName="thickLine" presStyleLbl="alignNode1" presStyleIdx="0" presStyleCnt="1"/>
      <dgm:spPr/>
    </dgm:pt>
    <dgm:pt modelId="{B80B141F-99F0-4A58-B513-1AB1534EBC9C}" type="pres">
      <dgm:prSet presAssocID="{4244C405-4C9B-4025-962A-A51E7E1E0428}" presName="horz1" presStyleCnt="0"/>
      <dgm:spPr/>
    </dgm:pt>
    <dgm:pt modelId="{D01170D1-269E-450B-83C0-D3F48A587053}" type="pres">
      <dgm:prSet presAssocID="{4244C405-4C9B-4025-962A-A51E7E1E0428}" presName="tx1" presStyleLbl="revTx" presStyleIdx="0" presStyleCnt="5" custScaleX="114909"/>
      <dgm:spPr/>
      <dgm:t>
        <a:bodyPr/>
        <a:lstStyle/>
        <a:p>
          <a:endParaRPr lang="en-US"/>
        </a:p>
      </dgm:t>
    </dgm:pt>
    <dgm:pt modelId="{3C73D932-24D4-4E30-938B-AA29103720CC}" type="pres">
      <dgm:prSet presAssocID="{4244C405-4C9B-4025-962A-A51E7E1E0428}" presName="vert1" presStyleCnt="0"/>
      <dgm:spPr/>
    </dgm:pt>
    <dgm:pt modelId="{8CF04658-2287-4598-938F-C3746EB92F7A}" type="pres">
      <dgm:prSet presAssocID="{40261E82-4CA2-44B7-AB38-9FE3678CD556}" presName="vertSpace2a" presStyleCnt="0"/>
      <dgm:spPr/>
    </dgm:pt>
    <dgm:pt modelId="{1D4CFE15-5F87-43F9-AAE2-0214BB26F054}" type="pres">
      <dgm:prSet presAssocID="{40261E82-4CA2-44B7-AB38-9FE3678CD556}" presName="horz2" presStyleCnt="0"/>
      <dgm:spPr/>
    </dgm:pt>
    <dgm:pt modelId="{3ACF81EC-E5F5-4B07-906F-CC1A18224FF5}" type="pres">
      <dgm:prSet presAssocID="{40261E82-4CA2-44B7-AB38-9FE3678CD556}" presName="horzSpace2" presStyleCnt="0"/>
      <dgm:spPr/>
    </dgm:pt>
    <dgm:pt modelId="{0D0ADF86-7E7B-4109-A731-4046E2532C8D}" type="pres">
      <dgm:prSet presAssocID="{40261E82-4CA2-44B7-AB38-9FE3678CD556}" presName="tx2" presStyleLbl="revTx" presStyleIdx="1" presStyleCnt="5"/>
      <dgm:spPr/>
      <dgm:t>
        <a:bodyPr/>
        <a:lstStyle/>
        <a:p>
          <a:endParaRPr lang="en-US"/>
        </a:p>
      </dgm:t>
    </dgm:pt>
    <dgm:pt modelId="{BE96897E-69ED-4185-A278-4D4440C25102}" type="pres">
      <dgm:prSet presAssocID="{40261E82-4CA2-44B7-AB38-9FE3678CD556}" presName="vert2" presStyleCnt="0"/>
      <dgm:spPr/>
    </dgm:pt>
    <dgm:pt modelId="{ED57C399-720E-4DB3-BD30-A9D3521E4AEE}" type="pres">
      <dgm:prSet presAssocID="{40261E82-4CA2-44B7-AB38-9FE3678CD556}" presName="thinLine2b" presStyleLbl="callout" presStyleIdx="0" presStyleCnt="4"/>
      <dgm:spPr/>
    </dgm:pt>
    <dgm:pt modelId="{A9835A1A-0C66-4A2A-9E1E-B642059CFB8C}" type="pres">
      <dgm:prSet presAssocID="{40261E82-4CA2-44B7-AB38-9FE3678CD556}" presName="vertSpace2b" presStyleCnt="0"/>
      <dgm:spPr/>
    </dgm:pt>
    <dgm:pt modelId="{C2F3E808-CB70-4761-B515-6DA7E7D6AF34}" type="pres">
      <dgm:prSet presAssocID="{1FBAA785-57DA-48A0-9E33-43B8699B8D12}" presName="horz2" presStyleCnt="0"/>
      <dgm:spPr/>
    </dgm:pt>
    <dgm:pt modelId="{6FD7DBA6-45B1-4413-8781-7B36AF1001E9}" type="pres">
      <dgm:prSet presAssocID="{1FBAA785-57DA-48A0-9E33-43B8699B8D12}" presName="horzSpace2" presStyleCnt="0"/>
      <dgm:spPr/>
    </dgm:pt>
    <dgm:pt modelId="{B988C292-91BA-483B-803A-C4424941EBB3}" type="pres">
      <dgm:prSet presAssocID="{1FBAA785-57DA-48A0-9E33-43B8699B8D12}" presName="tx2" presStyleLbl="revTx" presStyleIdx="2" presStyleCnt="5"/>
      <dgm:spPr/>
      <dgm:t>
        <a:bodyPr/>
        <a:lstStyle/>
        <a:p>
          <a:endParaRPr lang="en-US"/>
        </a:p>
      </dgm:t>
    </dgm:pt>
    <dgm:pt modelId="{6AB622BF-CD31-458A-9B41-467E9EDC0687}" type="pres">
      <dgm:prSet presAssocID="{1FBAA785-57DA-48A0-9E33-43B8699B8D12}" presName="vert2" presStyleCnt="0"/>
      <dgm:spPr/>
    </dgm:pt>
    <dgm:pt modelId="{C858904D-7749-4E33-8AB8-A68226C7B90A}" type="pres">
      <dgm:prSet presAssocID="{1FBAA785-57DA-48A0-9E33-43B8699B8D12}" presName="thinLine2b" presStyleLbl="callout" presStyleIdx="1" presStyleCnt="4"/>
      <dgm:spPr/>
    </dgm:pt>
    <dgm:pt modelId="{EEF4A333-5131-4E75-914D-E527A74E28E6}" type="pres">
      <dgm:prSet presAssocID="{1FBAA785-57DA-48A0-9E33-43B8699B8D12}" presName="vertSpace2b" presStyleCnt="0"/>
      <dgm:spPr/>
    </dgm:pt>
    <dgm:pt modelId="{171F2E37-B82A-4EA1-B5DB-189F580D8678}" type="pres">
      <dgm:prSet presAssocID="{43A5A29B-5570-4678-BB64-37AA92FF1FA8}" presName="horz2" presStyleCnt="0"/>
      <dgm:spPr/>
    </dgm:pt>
    <dgm:pt modelId="{ADA4D245-9DA4-4203-9721-4CE18C91FB4F}" type="pres">
      <dgm:prSet presAssocID="{43A5A29B-5570-4678-BB64-37AA92FF1FA8}" presName="horzSpace2" presStyleCnt="0"/>
      <dgm:spPr/>
    </dgm:pt>
    <dgm:pt modelId="{CE33AA77-7E6C-4E9D-AD51-16A74CCE9ADB}" type="pres">
      <dgm:prSet presAssocID="{43A5A29B-5570-4678-BB64-37AA92FF1FA8}" presName="tx2" presStyleLbl="revTx" presStyleIdx="3" presStyleCnt="5"/>
      <dgm:spPr/>
      <dgm:t>
        <a:bodyPr/>
        <a:lstStyle/>
        <a:p>
          <a:endParaRPr lang="en-US"/>
        </a:p>
      </dgm:t>
    </dgm:pt>
    <dgm:pt modelId="{713D67ED-43C9-4FDF-BEC4-933F00FEFAB9}" type="pres">
      <dgm:prSet presAssocID="{43A5A29B-5570-4678-BB64-37AA92FF1FA8}" presName="vert2" presStyleCnt="0"/>
      <dgm:spPr/>
    </dgm:pt>
    <dgm:pt modelId="{FF8212F1-0A07-4437-9B0D-A2F55D037C2E}" type="pres">
      <dgm:prSet presAssocID="{43A5A29B-5570-4678-BB64-37AA92FF1FA8}" presName="thinLine2b" presStyleLbl="callout" presStyleIdx="2" presStyleCnt="4"/>
      <dgm:spPr/>
    </dgm:pt>
    <dgm:pt modelId="{D2F8AF13-F7B8-4FE9-B9D2-B804953C4D83}" type="pres">
      <dgm:prSet presAssocID="{43A5A29B-5570-4678-BB64-37AA92FF1FA8}" presName="vertSpace2b" presStyleCnt="0"/>
      <dgm:spPr/>
    </dgm:pt>
    <dgm:pt modelId="{D68C9E74-36F0-409C-BCE4-C9B483C8F720}" type="pres">
      <dgm:prSet presAssocID="{5118C753-D486-4072-A469-C747F6A58189}" presName="horz2" presStyleCnt="0"/>
      <dgm:spPr/>
    </dgm:pt>
    <dgm:pt modelId="{F10E66B9-BDE9-4000-8F62-517CD48EB38E}" type="pres">
      <dgm:prSet presAssocID="{5118C753-D486-4072-A469-C747F6A58189}" presName="horzSpace2" presStyleCnt="0"/>
      <dgm:spPr/>
    </dgm:pt>
    <dgm:pt modelId="{DC69ECDF-C7E1-43EB-B942-B06B2A340BB0}" type="pres">
      <dgm:prSet presAssocID="{5118C753-D486-4072-A469-C747F6A58189}" presName="tx2" presStyleLbl="revTx" presStyleIdx="4" presStyleCnt="5"/>
      <dgm:spPr/>
      <dgm:t>
        <a:bodyPr/>
        <a:lstStyle/>
        <a:p>
          <a:endParaRPr lang="en-US"/>
        </a:p>
      </dgm:t>
    </dgm:pt>
    <dgm:pt modelId="{87C1B1AC-F771-444B-9C86-3E3125D17E3C}" type="pres">
      <dgm:prSet presAssocID="{5118C753-D486-4072-A469-C747F6A58189}" presName="vert2" presStyleCnt="0"/>
      <dgm:spPr/>
    </dgm:pt>
    <dgm:pt modelId="{60C61C0D-7819-4029-BE2E-99376F8ADE87}" type="pres">
      <dgm:prSet presAssocID="{5118C753-D486-4072-A469-C747F6A58189}" presName="thinLine2b" presStyleLbl="callout" presStyleIdx="3" presStyleCnt="4"/>
      <dgm:spPr/>
    </dgm:pt>
    <dgm:pt modelId="{FAB58E0B-2DD3-444E-8BC9-3BE7F3C55CE6}" type="pres">
      <dgm:prSet presAssocID="{5118C753-D486-4072-A469-C747F6A58189}" presName="vertSpace2b" presStyleCnt="0"/>
      <dgm:spPr/>
    </dgm:pt>
  </dgm:ptLst>
  <dgm:cxnLst>
    <dgm:cxn modelId="{1114AE1E-5EEC-4C52-9089-6CF65D752805}" type="presOf" srcId="{1FBAA785-57DA-48A0-9E33-43B8699B8D12}" destId="{B988C292-91BA-483B-803A-C4424941EBB3}" srcOrd="0" destOrd="0" presId="urn:microsoft.com/office/officeart/2008/layout/LinedList"/>
    <dgm:cxn modelId="{974944A8-4E84-4C9D-86D1-17B34FAF00B0}" srcId="{4244C405-4C9B-4025-962A-A51E7E1E0428}" destId="{40261E82-4CA2-44B7-AB38-9FE3678CD556}" srcOrd="0" destOrd="0" parTransId="{023968FC-E9DE-47E1-9ADA-E76057E7B8E4}" sibTransId="{654E6D8B-710C-4AC6-AF55-0069C2E9CDB0}"/>
    <dgm:cxn modelId="{BC80F2A4-6AB5-4952-8875-4FAF2E8C50D4}" type="presOf" srcId="{43A5A29B-5570-4678-BB64-37AA92FF1FA8}" destId="{CE33AA77-7E6C-4E9D-AD51-16A74CCE9ADB}" srcOrd="0" destOrd="0" presId="urn:microsoft.com/office/officeart/2008/layout/LinedList"/>
    <dgm:cxn modelId="{23EF666D-2231-4CF9-A040-4067DD119C89}" type="presOf" srcId="{4244C405-4C9B-4025-962A-A51E7E1E0428}" destId="{D01170D1-269E-450B-83C0-D3F48A587053}" srcOrd="0" destOrd="0" presId="urn:microsoft.com/office/officeart/2008/layout/LinedList"/>
    <dgm:cxn modelId="{7F1363AF-0308-4D18-B96A-3C465834450B}" srcId="{4244C405-4C9B-4025-962A-A51E7E1E0428}" destId="{1FBAA785-57DA-48A0-9E33-43B8699B8D12}" srcOrd="1" destOrd="0" parTransId="{5C8F0F07-271C-4113-A5A8-277E65063BD7}" sibTransId="{CE7C1532-C37A-4288-8D72-41129272B98E}"/>
    <dgm:cxn modelId="{7699AAE2-B528-4A0E-9606-D6CDF8BDA608}" type="presOf" srcId="{40261E82-4CA2-44B7-AB38-9FE3678CD556}" destId="{0D0ADF86-7E7B-4109-A731-4046E2532C8D}" srcOrd="0" destOrd="0" presId="urn:microsoft.com/office/officeart/2008/layout/LinedList"/>
    <dgm:cxn modelId="{0B76984E-3212-4E20-BD9B-2E61ABBD1882}" type="presOf" srcId="{5118C753-D486-4072-A469-C747F6A58189}" destId="{DC69ECDF-C7E1-43EB-B942-B06B2A340BB0}" srcOrd="0" destOrd="0" presId="urn:microsoft.com/office/officeart/2008/layout/LinedList"/>
    <dgm:cxn modelId="{F79887FB-1965-4200-AD91-A7AE4EA8778D}" srcId="{4244C405-4C9B-4025-962A-A51E7E1E0428}" destId="{5118C753-D486-4072-A469-C747F6A58189}" srcOrd="3" destOrd="0" parTransId="{A3BB5FBF-2D3A-4320-A097-9215DD416AB0}" sibTransId="{CD25ED68-3B1F-4926-AD54-C83B46AE516C}"/>
    <dgm:cxn modelId="{0B8AB76B-D4B1-4F46-83EA-1CD45EC53038}" srcId="{3E950EDD-7B4F-44B5-B834-9AE072FC8F96}" destId="{4244C405-4C9B-4025-962A-A51E7E1E0428}" srcOrd="0" destOrd="0" parTransId="{D52BF9B8-4D2B-4BAB-865C-DBA3067A39A5}" sibTransId="{BF755465-315C-4B2E-B396-7E5FDE5CDCA0}"/>
    <dgm:cxn modelId="{007451D4-8E1F-4810-8E3A-79BDD241EA98}" srcId="{4244C405-4C9B-4025-962A-A51E7E1E0428}" destId="{43A5A29B-5570-4678-BB64-37AA92FF1FA8}" srcOrd="2" destOrd="0" parTransId="{591A9F59-91D0-4766-A6CE-04A9489EEA7C}" sibTransId="{CCAAB71C-F2B6-4053-8267-D1D7E4DC2297}"/>
    <dgm:cxn modelId="{3FD65B01-34D1-46B2-BF5D-6A6AF19745F5}" type="presOf" srcId="{3E950EDD-7B4F-44B5-B834-9AE072FC8F96}" destId="{FD5F4922-B485-406E-9773-54141F0BB100}" srcOrd="0" destOrd="0" presId="urn:microsoft.com/office/officeart/2008/layout/LinedList"/>
    <dgm:cxn modelId="{C7965AA1-770B-4D8B-8725-050679F7FD2F}" type="presParOf" srcId="{FD5F4922-B485-406E-9773-54141F0BB100}" destId="{20606F1B-8C5B-4709-B652-7A5751392F90}" srcOrd="0" destOrd="0" presId="urn:microsoft.com/office/officeart/2008/layout/LinedList"/>
    <dgm:cxn modelId="{5401F46A-5AA6-42C4-8BCD-340FAD3CDBFE}" type="presParOf" srcId="{FD5F4922-B485-406E-9773-54141F0BB100}" destId="{B80B141F-99F0-4A58-B513-1AB1534EBC9C}" srcOrd="1" destOrd="0" presId="urn:microsoft.com/office/officeart/2008/layout/LinedList"/>
    <dgm:cxn modelId="{990E6B6A-2769-42AC-A8A2-1D26A2E72516}" type="presParOf" srcId="{B80B141F-99F0-4A58-B513-1AB1534EBC9C}" destId="{D01170D1-269E-450B-83C0-D3F48A587053}" srcOrd="0" destOrd="0" presId="urn:microsoft.com/office/officeart/2008/layout/LinedList"/>
    <dgm:cxn modelId="{1030CE86-1778-451D-A186-6EF787E08B86}" type="presParOf" srcId="{B80B141F-99F0-4A58-B513-1AB1534EBC9C}" destId="{3C73D932-24D4-4E30-938B-AA29103720CC}" srcOrd="1" destOrd="0" presId="urn:microsoft.com/office/officeart/2008/layout/LinedList"/>
    <dgm:cxn modelId="{D5269316-99BE-465B-9B79-D3CEA9C1644F}" type="presParOf" srcId="{3C73D932-24D4-4E30-938B-AA29103720CC}" destId="{8CF04658-2287-4598-938F-C3746EB92F7A}" srcOrd="0" destOrd="0" presId="urn:microsoft.com/office/officeart/2008/layout/LinedList"/>
    <dgm:cxn modelId="{604439EF-57C1-476F-B80A-36AEF6232081}" type="presParOf" srcId="{3C73D932-24D4-4E30-938B-AA29103720CC}" destId="{1D4CFE15-5F87-43F9-AAE2-0214BB26F054}" srcOrd="1" destOrd="0" presId="urn:microsoft.com/office/officeart/2008/layout/LinedList"/>
    <dgm:cxn modelId="{81BAFA50-3F0B-432A-A885-A9EA78F0BEB4}" type="presParOf" srcId="{1D4CFE15-5F87-43F9-AAE2-0214BB26F054}" destId="{3ACF81EC-E5F5-4B07-906F-CC1A18224FF5}" srcOrd="0" destOrd="0" presId="urn:microsoft.com/office/officeart/2008/layout/LinedList"/>
    <dgm:cxn modelId="{5C6DB965-73A6-445F-97B4-511F9A083ABA}" type="presParOf" srcId="{1D4CFE15-5F87-43F9-AAE2-0214BB26F054}" destId="{0D0ADF86-7E7B-4109-A731-4046E2532C8D}" srcOrd="1" destOrd="0" presId="urn:microsoft.com/office/officeart/2008/layout/LinedList"/>
    <dgm:cxn modelId="{73612DA1-0E94-4EEA-800D-DCA0A7151544}" type="presParOf" srcId="{1D4CFE15-5F87-43F9-AAE2-0214BB26F054}" destId="{BE96897E-69ED-4185-A278-4D4440C25102}" srcOrd="2" destOrd="0" presId="urn:microsoft.com/office/officeart/2008/layout/LinedList"/>
    <dgm:cxn modelId="{D0AC2F19-584C-43E7-A32B-9E5C9622C9E4}" type="presParOf" srcId="{3C73D932-24D4-4E30-938B-AA29103720CC}" destId="{ED57C399-720E-4DB3-BD30-A9D3521E4AEE}" srcOrd="2" destOrd="0" presId="urn:microsoft.com/office/officeart/2008/layout/LinedList"/>
    <dgm:cxn modelId="{346FAC85-379E-446A-A81C-1BA4A964BE1C}" type="presParOf" srcId="{3C73D932-24D4-4E30-938B-AA29103720CC}" destId="{A9835A1A-0C66-4A2A-9E1E-B642059CFB8C}" srcOrd="3" destOrd="0" presId="urn:microsoft.com/office/officeart/2008/layout/LinedList"/>
    <dgm:cxn modelId="{86C311EB-C213-48F2-ACAF-EC71A35592EE}" type="presParOf" srcId="{3C73D932-24D4-4E30-938B-AA29103720CC}" destId="{C2F3E808-CB70-4761-B515-6DA7E7D6AF34}" srcOrd="4" destOrd="0" presId="urn:microsoft.com/office/officeart/2008/layout/LinedList"/>
    <dgm:cxn modelId="{2C4B2518-7C98-4943-B7DE-CDAE83BA57E4}" type="presParOf" srcId="{C2F3E808-CB70-4761-B515-6DA7E7D6AF34}" destId="{6FD7DBA6-45B1-4413-8781-7B36AF1001E9}" srcOrd="0" destOrd="0" presId="urn:microsoft.com/office/officeart/2008/layout/LinedList"/>
    <dgm:cxn modelId="{F6FC08AB-22D9-4F4A-BE8F-81DC2B089AD1}" type="presParOf" srcId="{C2F3E808-CB70-4761-B515-6DA7E7D6AF34}" destId="{B988C292-91BA-483B-803A-C4424941EBB3}" srcOrd="1" destOrd="0" presId="urn:microsoft.com/office/officeart/2008/layout/LinedList"/>
    <dgm:cxn modelId="{F5296513-1152-40AA-8D04-208FD7D16E8D}" type="presParOf" srcId="{C2F3E808-CB70-4761-B515-6DA7E7D6AF34}" destId="{6AB622BF-CD31-458A-9B41-467E9EDC0687}" srcOrd="2" destOrd="0" presId="urn:microsoft.com/office/officeart/2008/layout/LinedList"/>
    <dgm:cxn modelId="{84FAA2F8-8799-41AC-95DA-4623B6883A36}" type="presParOf" srcId="{3C73D932-24D4-4E30-938B-AA29103720CC}" destId="{C858904D-7749-4E33-8AB8-A68226C7B90A}" srcOrd="5" destOrd="0" presId="urn:microsoft.com/office/officeart/2008/layout/LinedList"/>
    <dgm:cxn modelId="{DC431FDD-D8A9-41DE-983A-F48D40E4C061}" type="presParOf" srcId="{3C73D932-24D4-4E30-938B-AA29103720CC}" destId="{EEF4A333-5131-4E75-914D-E527A74E28E6}" srcOrd="6" destOrd="0" presId="urn:microsoft.com/office/officeart/2008/layout/LinedList"/>
    <dgm:cxn modelId="{51DA8233-0E9C-4904-A5BC-809EF9A17D24}" type="presParOf" srcId="{3C73D932-24D4-4E30-938B-AA29103720CC}" destId="{171F2E37-B82A-4EA1-B5DB-189F580D8678}" srcOrd="7" destOrd="0" presId="urn:microsoft.com/office/officeart/2008/layout/LinedList"/>
    <dgm:cxn modelId="{848139F8-07B5-48FC-9ACA-A54F90D3E935}" type="presParOf" srcId="{171F2E37-B82A-4EA1-B5DB-189F580D8678}" destId="{ADA4D245-9DA4-4203-9721-4CE18C91FB4F}" srcOrd="0" destOrd="0" presId="urn:microsoft.com/office/officeart/2008/layout/LinedList"/>
    <dgm:cxn modelId="{92663CBA-9BAD-44C1-9AA1-5DA8C51FF530}" type="presParOf" srcId="{171F2E37-B82A-4EA1-B5DB-189F580D8678}" destId="{CE33AA77-7E6C-4E9D-AD51-16A74CCE9ADB}" srcOrd="1" destOrd="0" presId="urn:microsoft.com/office/officeart/2008/layout/LinedList"/>
    <dgm:cxn modelId="{63A17B40-CB25-4FB8-A76A-3B8299BC2EF6}" type="presParOf" srcId="{171F2E37-B82A-4EA1-B5DB-189F580D8678}" destId="{713D67ED-43C9-4FDF-BEC4-933F00FEFAB9}" srcOrd="2" destOrd="0" presId="urn:microsoft.com/office/officeart/2008/layout/LinedList"/>
    <dgm:cxn modelId="{2A1483E6-475C-42AD-A88B-EFA9F9DCFE80}" type="presParOf" srcId="{3C73D932-24D4-4E30-938B-AA29103720CC}" destId="{FF8212F1-0A07-4437-9B0D-A2F55D037C2E}" srcOrd="8" destOrd="0" presId="urn:microsoft.com/office/officeart/2008/layout/LinedList"/>
    <dgm:cxn modelId="{C9C69CFA-ACB9-4A20-B242-08C49DEC1977}" type="presParOf" srcId="{3C73D932-24D4-4E30-938B-AA29103720CC}" destId="{D2F8AF13-F7B8-4FE9-B9D2-B804953C4D83}" srcOrd="9" destOrd="0" presId="urn:microsoft.com/office/officeart/2008/layout/LinedList"/>
    <dgm:cxn modelId="{E30A5B6B-854D-4081-A503-470DB4B1E963}" type="presParOf" srcId="{3C73D932-24D4-4E30-938B-AA29103720CC}" destId="{D68C9E74-36F0-409C-BCE4-C9B483C8F720}" srcOrd="10" destOrd="0" presId="urn:microsoft.com/office/officeart/2008/layout/LinedList"/>
    <dgm:cxn modelId="{F79CB481-2AC1-4237-89EA-4BDE1EF35C90}" type="presParOf" srcId="{D68C9E74-36F0-409C-BCE4-C9B483C8F720}" destId="{F10E66B9-BDE9-4000-8F62-517CD48EB38E}" srcOrd="0" destOrd="0" presId="urn:microsoft.com/office/officeart/2008/layout/LinedList"/>
    <dgm:cxn modelId="{B613087D-DD76-4055-8368-2CDEB8046D92}" type="presParOf" srcId="{D68C9E74-36F0-409C-BCE4-C9B483C8F720}" destId="{DC69ECDF-C7E1-43EB-B942-B06B2A340BB0}" srcOrd="1" destOrd="0" presId="urn:microsoft.com/office/officeart/2008/layout/LinedList"/>
    <dgm:cxn modelId="{D38E4184-92FA-4711-8ED9-79D721543BA5}" type="presParOf" srcId="{D68C9E74-36F0-409C-BCE4-C9B483C8F720}" destId="{87C1B1AC-F771-444B-9C86-3E3125D17E3C}" srcOrd="2" destOrd="0" presId="urn:microsoft.com/office/officeart/2008/layout/LinedList"/>
    <dgm:cxn modelId="{38970C1D-851E-4BC1-92F9-FD7EEF883D06}" type="presParOf" srcId="{3C73D932-24D4-4E30-938B-AA29103720CC}" destId="{60C61C0D-7819-4029-BE2E-99376F8ADE87}" srcOrd="11" destOrd="0" presId="urn:microsoft.com/office/officeart/2008/layout/LinedList"/>
    <dgm:cxn modelId="{9F091D73-1A56-443B-9AB5-BE2C5CE72BA7}" type="presParOf" srcId="{3C73D932-24D4-4E30-938B-AA29103720CC}" destId="{FAB58E0B-2DD3-444E-8BC9-3BE7F3C55CE6}" srcOrd="12"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E950EDD-7B4F-44B5-B834-9AE072FC8F96}" type="doc">
      <dgm:prSet loTypeId="urn:microsoft.com/office/officeart/2008/layout/LinedList" loCatId="list" qsTypeId="urn:microsoft.com/office/officeart/2005/8/quickstyle/simple2" qsCatId="simple" csTypeId="urn:microsoft.com/office/officeart/2005/8/colors/accent0_1" csCatId="mainScheme" phldr="1"/>
      <dgm:spPr/>
      <dgm:t>
        <a:bodyPr/>
        <a:lstStyle/>
        <a:p>
          <a:endParaRPr lang="en-US"/>
        </a:p>
      </dgm:t>
    </dgm:pt>
    <dgm:pt modelId="{4244C405-4C9B-4025-962A-A51E7E1E0428}">
      <dgm:prSet custT="1"/>
      <dgm:spPr/>
      <dgm:t>
        <a:bodyPr/>
        <a:lstStyle/>
        <a:p>
          <a:r>
            <a:rPr lang="en-US" sz="2000" b="1" dirty="0"/>
            <a:t>Results:</a:t>
          </a:r>
          <a:endParaRPr lang="en-US" sz="2000" dirty="0"/>
        </a:p>
      </dgm:t>
    </dgm:pt>
    <dgm:pt modelId="{D52BF9B8-4D2B-4BAB-865C-DBA3067A39A5}" type="parTrans" cxnId="{0B8AB76B-D4B1-4F46-83EA-1CD45EC53038}">
      <dgm:prSet/>
      <dgm:spPr/>
      <dgm:t>
        <a:bodyPr/>
        <a:lstStyle/>
        <a:p>
          <a:endParaRPr lang="en-US"/>
        </a:p>
      </dgm:t>
    </dgm:pt>
    <dgm:pt modelId="{BF755465-315C-4B2E-B396-7E5FDE5CDCA0}" type="sibTrans" cxnId="{0B8AB76B-D4B1-4F46-83EA-1CD45EC53038}">
      <dgm:prSet/>
      <dgm:spPr/>
      <dgm:t>
        <a:bodyPr/>
        <a:lstStyle/>
        <a:p>
          <a:endParaRPr lang="en-US"/>
        </a:p>
      </dgm:t>
    </dgm:pt>
    <dgm:pt modelId="{40261E82-4CA2-44B7-AB38-9FE3678CD556}">
      <dgm:prSet custT="1"/>
      <dgm:spPr/>
      <dgm:t>
        <a:bodyPr/>
        <a:lstStyle/>
        <a:p>
          <a:r>
            <a:rPr lang="en-US" sz="1800" b="1" dirty="0"/>
            <a:t>Knowledge distillation: </a:t>
          </a:r>
          <a:r>
            <a:rPr lang="en-GB" sz="1800" dirty="0"/>
            <a:t>execution time of student has reduced by approximately 83% - 84% compared to teacher. Compared to another approaches, almost in all cases the model has shown improvement</a:t>
          </a:r>
          <a:endParaRPr lang="en-US" sz="1800" dirty="0"/>
        </a:p>
      </dgm:t>
    </dgm:pt>
    <dgm:pt modelId="{023968FC-E9DE-47E1-9ADA-E76057E7B8E4}" type="parTrans" cxnId="{974944A8-4E84-4C9D-86D1-17B34FAF00B0}">
      <dgm:prSet/>
      <dgm:spPr/>
      <dgm:t>
        <a:bodyPr/>
        <a:lstStyle/>
        <a:p>
          <a:endParaRPr lang="en-US"/>
        </a:p>
      </dgm:t>
    </dgm:pt>
    <dgm:pt modelId="{654E6D8B-710C-4AC6-AF55-0069C2E9CDB0}" type="sibTrans" cxnId="{974944A8-4E84-4C9D-86D1-17B34FAF00B0}">
      <dgm:prSet/>
      <dgm:spPr/>
      <dgm:t>
        <a:bodyPr/>
        <a:lstStyle/>
        <a:p>
          <a:endParaRPr lang="en-US"/>
        </a:p>
      </dgm:t>
    </dgm:pt>
    <dgm:pt modelId="{1FBAA785-57DA-48A0-9E33-43B8699B8D12}">
      <dgm:prSet custT="1"/>
      <dgm:spPr/>
      <dgm:t>
        <a:bodyPr/>
        <a:lstStyle/>
        <a:p>
          <a:r>
            <a:rPr lang="en-US" sz="1800" b="1" dirty="0"/>
            <a:t>Pruning: </a:t>
          </a:r>
          <a:r>
            <a:rPr lang="en-GB" sz="1800" dirty="0"/>
            <a:t>RMSE is improved to 4.398. The </a:t>
          </a:r>
          <a:r>
            <a:rPr lang="en-US" sz="1800" dirty="0"/>
            <a:t>pruning algorithm leads to better model performance compared to the non-pruned.</a:t>
          </a:r>
        </a:p>
      </dgm:t>
    </dgm:pt>
    <dgm:pt modelId="{5C8F0F07-271C-4113-A5A8-277E65063BD7}" type="parTrans" cxnId="{7F1363AF-0308-4D18-B96A-3C465834450B}">
      <dgm:prSet/>
      <dgm:spPr/>
      <dgm:t>
        <a:bodyPr/>
        <a:lstStyle/>
        <a:p>
          <a:endParaRPr lang="en-US"/>
        </a:p>
      </dgm:t>
    </dgm:pt>
    <dgm:pt modelId="{CE7C1532-C37A-4288-8D72-41129272B98E}" type="sibTrans" cxnId="{7F1363AF-0308-4D18-B96A-3C465834450B}">
      <dgm:prSet/>
      <dgm:spPr/>
      <dgm:t>
        <a:bodyPr/>
        <a:lstStyle/>
        <a:p>
          <a:endParaRPr lang="en-US"/>
        </a:p>
      </dgm:t>
    </dgm:pt>
    <dgm:pt modelId="{FD5F4922-B485-406E-9773-54141F0BB100}" type="pres">
      <dgm:prSet presAssocID="{3E950EDD-7B4F-44B5-B834-9AE072FC8F96}" presName="vert0" presStyleCnt="0">
        <dgm:presLayoutVars>
          <dgm:dir/>
          <dgm:animOne val="branch"/>
          <dgm:animLvl val="lvl"/>
        </dgm:presLayoutVars>
      </dgm:prSet>
      <dgm:spPr/>
      <dgm:t>
        <a:bodyPr/>
        <a:lstStyle/>
        <a:p>
          <a:endParaRPr lang="en-US"/>
        </a:p>
      </dgm:t>
    </dgm:pt>
    <dgm:pt modelId="{20606F1B-8C5B-4709-B652-7A5751392F90}" type="pres">
      <dgm:prSet presAssocID="{4244C405-4C9B-4025-962A-A51E7E1E0428}" presName="thickLine" presStyleLbl="alignNode1" presStyleIdx="0" presStyleCnt="1"/>
      <dgm:spPr/>
    </dgm:pt>
    <dgm:pt modelId="{B80B141F-99F0-4A58-B513-1AB1534EBC9C}" type="pres">
      <dgm:prSet presAssocID="{4244C405-4C9B-4025-962A-A51E7E1E0428}" presName="horz1" presStyleCnt="0"/>
      <dgm:spPr/>
    </dgm:pt>
    <dgm:pt modelId="{D01170D1-269E-450B-83C0-D3F48A587053}" type="pres">
      <dgm:prSet presAssocID="{4244C405-4C9B-4025-962A-A51E7E1E0428}" presName="tx1" presStyleLbl="revTx" presStyleIdx="0" presStyleCnt="3" custScaleX="115065"/>
      <dgm:spPr/>
      <dgm:t>
        <a:bodyPr/>
        <a:lstStyle/>
        <a:p>
          <a:endParaRPr lang="en-US"/>
        </a:p>
      </dgm:t>
    </dgm:pt>
    <dgm:pt modelId="{3C73D932-24D4-4E30-938B-AA29103720CC}" type="pres">
      <dgm:prSet presAssocID="{4244C405-4C9B-4025-962A-A51E7E1E0428}" presName="vert1" presStyleCnt="0"/>
      <dgm:spPr/>
    </dgm:pt>
    <dgm:pt modelId="{8CF04658-2287-4598-938F-C3746EB92F7A}" type="pres">
      <dgm:prSet presAssocID="{40261E82-4CA2-44B7-AB38-9FE3678CD556}" presName="vertSpace2a" presStyleCnt="0"/>
      <dgm:spPr/>
    </dgm:pt>
    <dgm:pt modelId="{1D4CFE15-5F87-43F9-AAE2-0214BB26F054}" type="pres">
      <dgm:prSet presAssocID="{40261E82-4CA2-44B7-AB38-9FE3678CD556}" presName="horz2" presStyleCnt="0"/>
      <dgm:spPr/>
    </dgm:pt>
    <dgm:pt modelId="{3ACF81EC-E5F5-4B07-906F-CC1A18224FF5}" type="pres">
      <dgm:prSet presAssocID="{40261E82-4CA2-44B7-AB38-9FE3678CD556}" presName="horzSpace2" presStyleCnt="0"/>
      <dgm:spPr/>
    </dgm:pt>
    <dgm:pt modelId="{0D0ADF86-7E7B-4109-A731-4046E2532C8D}" type="pres">
      <dgm:prSet presAssocID="{40261E82-4CA2-44B7-AB38-9FE3678CD556}" presName="tx2" presStyleLbl="revTx" presStyleIdx="1" presStyleCnt="3"/>
      <dgm:spPr/>
      <dgm:t>
        <a:bodyPr/>
        <a:lstStyle/>
        <a:p>
          <a:endParaRPr lang="en-US"/>
        </a:p>
      </dgm:t>
    </dgm:pt>
    <dgm:pt modelId="{BE96897E-69ED-4185-A278-4D4440C25102}" type="pres">
      <dgm:prSet presAssocID="{40261E82-4CA2-44B7-AB38-9FE3678CD556}" presName="vert2" presStyleCnt="0"/>
      <dgm:spPr/>
    </dgm:pt>
    <dgm:pt modelId="{ED57C399-720E-4DB3-BD30-A9D3521E4AEE}" type="pres">
      <dgm:prSet presAssocID="{40261E82-4CA2-44B7-AB38-9FE3678CD556}" presName="thinLine2b" presStyleLbl="callout" presStyleIdx="0" presStyleCnt="2"/>
      <dgm:spPr/>
    </dgm:pt>
    <dgm:pt modelId="{A9835A1A-0C66-4A2A-9E1E-B642059CFB8C}" type="pres">
      <dgm:prSet presAssocID="{40261E82-4CA2-44B7-AB38-9FE3678CD556}" presName="vertSpace2b" presStyleCnt="0"/>
      <dgm:spPr/>
    </dgm:pt>
    <dgm:pt modelId="{C2F3E808-CB70-4761-B515-6DA7E7D6AF34}" type="pres">
      <dgm:prSet presAssocID="{1FBAA785-57DA-48A0-9E33-43B8699B8D12}" presName="horz2" presStyleCnt="0"/>
      <dgm:spPr/>
    </dgm:pt>
    <dgm:pt modelId="{6FD7DBA6-45B1-4413-8781-7B36AF1001E9}" type="pres">
      <dgm:prSet presAssocID="{1FBAA785-57DA-48A0-9E33-43B8699B8D12}" presName="horzSpace2" presStyleCnt="0"/>
      <dgm:spPr/>
    </dgm:pt>
    <dgm:pt modelId="{B988C292-91BA-483B-803A-C4424941EBB3}" type="pres">
      <dgm:prSet presAssocID="{1FBAA785-57DA-48A0-9E33-43B8699B8D12}" presName="tx2" presStyleLbl="revTx" presStyleIdx="2" presStyleCnt="3"/>
      <dgm:spPr/>
      <dgm:t>
        <a:bodyPr/>
        <a:lstStyle/>
        <a:p>
          <a:endParaRPr lang="en-US"/>
        </a:p>
      </dgm:t>
    </dgm:pt>
    <dgm:pt modelId="{6AB622BF-CD31-458A-9B41-467E9EDC0687}" type="pres">
      <dgm:prSet presAssocID="{1FBAA785-57DA-48A0-9E33-43B8699B8D12}" presName="vert2" presStyleCnt="0"/>
      <dgm:spPr/>
    </dgm:pt>
    <dgm:pt modelId="{C858904D-7749-4E33-8AB8-A68226C7B90A}" type="pres">
      <dgm:prSet presAssocID="{1FBAA785-57DA-48A0-9E33-43B8699B8D12}" presName="thinLine2b" presStyleLbl="callout" presStyleIdx="1" presStyleCnt="2"/>
      <dgm:spPr/>
    </dgm:pt>
    <dgm:pt modelId="{EEF4A333-5131-4E75-914D-E527A74E28E6}" type="pres">
      <dgm:prSet presAssocID="{1FBAA785-57DA-48A0-9E33-43B8699B8D12}" presName="vertSpace2b" presStyleCnt="0"/>
      <dgm:spPr/>
    </dgm:pt>
  </dgm:ptLst>
  <dgm:cxnLst>
    <dgm:cxn modelId="{1114AE1E-5EEC-4C52-9089-6CF65D752805}" type="presOf" srcId="{1FBAA785-57DA-48A0-9E33-43B8699B8D12}" destId="{B988C292-91BA-483B-803A-C4424941EBB3}" srcOrd="0" destOrd="0" presId="urn:microsoft.com/office/officeart/2008/layout/LinedList"/>
    <dgm:cxn modelId="{974944A8-4E84-4C9D-86D1-17B34FAF00B0}" srcId="{4244C405-4C9B-4025-962A-A51E7E1E0428}" destId="{40261E82-4CA2-44B7-AB38-9FE3678CD556}" srcOrd="0" destOrd="0" parTransId="{023968FC-E9DE-47E1-9ADA-E76057E7B8E4}" sibTransId="{654E6D8B-710C-4AC6-AF55-0069C2E9CDB0}"/>
    <dgm:cxn modelId="{23EF666D-2231-4CF9-A040-4067DD119C89}" type="presOf" srcId="{4244C405-4C9B-4025-962A-A51E7E1E0428}" destId="{D01170D1-269E-450B-83C0-D3F48A587053}" srcOrd="0" destOrd="0" presId="urn:microsoft.com/office/officeart/2008/layout/LinedList"/>
    <dgm:cxn modelId="{7F1363AF-0308-4D18-B96A-3C465834450B}" srcId="{4244C405-4C9B-4025-962A-A51E7E1E0428}" destId="{1FBAA785-57DA-48A0-9E33-43B8699B8D12}" srcOrd="1" destOrd="0" parTransId="{5C8F0F07-271C-4113-A5A8-277E65063BD7}" sibTransId="{CE7C1532-C37A-4288-8D72-41129272B98E}"/>
    <dgm:cxn modelId="{7699AAE2-B528-4A0E-9606-D6CDF8BDA608}" type="presOf" srcId="{40261E82-4CA2-44B7-AB38-9FE3678CD556}" destId="{0D0ADF86-7E7B-4109-A731-4046E2532C8D}" srcOrd="0" destOrd="0" presId="urn:microsoft.com/office/officeart/2008/layout/LinedList"/>
    <dgm:cxn modelId="{0B8AB76B-D4B1-4F46-83EA-1CD45EC53038}" srcId="{3E950EDD-7B4F-44B5-B834-9AE072FC8F96}" destId="{4244C405-4C9B-4025-962A-A51E7E1E0428}" srcOrd="0" destOrd="0" parTransId="{D52BF9B8-4D2B-4BAB-865C-DBA3067A39A5}" sibTransId="{BF755465-315C-4B2E-B396-7E5FDE5CDCA0}"/>
    <dgm:cxn modelId="{3FD65B01-34D1-46B2-BF5D-6A6AF19745F5}" type="presOf" srcId="{3E950EDD-7B4F-44B5-B834-9AE072FC8F96}" destId="{FD5F4922-B485-406E-9773-54141F0BB100}" srcOrd="0" destOrd="0" presId="urn:microsoft.com/office/officeart/2008/layout/LinedList"/>
    <dgm:cxn modelId="{C7965AA1-770B-4D8B-8725-050679F7FD2F}" type="presParOf" srcId="{FD5F4922-B485-406E-9773-54141F0BB100}" destId="{20606F1B-8C5B-4709-B652-7A5751392F90}" srcOrd="0" destOrd="0" presId="urn:microsoft.com/office/officeart/2008/layout/LinedList"/>
    <dgm:cxn modelId="{5401F46A-5AA6-42C4-8BCD-340FAD3CDBFE}" type="presParOf" srcId="{FD5F4922-B485-406E-9773-54141F0BB100}" destId="{B80B141F-99F0-4A58-B513-1AB1534EBC9C}" srcOrd="1" destOrd="0" presId="urn:microsoft.com/office/officeart/2008/layout/LinedList"/>
    <dgm:cxn modelId="{990E6B6A-2769-42AC-A8A2-1D26A2E72516}" type="presParOf" srcId="{B80B141F-99F0-4A58-B513-1AB1534EBC9C}" destId="{D01170D1-269E-450B-83C0-D3F48A587053}" srcOrd="0" destOrd="0" presId="urn:microsoft.com/office/officeart/2008/layout/LinedList"/>
    <dgm:cxn modelId="{1030CE86-1778-451D-A186-6EF787E08B86}" type="presParOf" srcId="{B80B141F-99F0-4A58-B513-1AB1534EBC9C}" destId="{3C73D932-24D4-4E30-938B-AA29103720CC}" srcOrd="1" destOrd="0" presId="urn:microsoft.com/office/officeart/2008/layout/LinedList"/>
    <dgm:cxn modelId="{D5269316-99BE-465B-9B79-D3CEA9C1644F}" type="presParOf" srcId="{3C73D932-24D4-4E30-938B-AA29103720CC}" destId="{8CF04658-2287-4598-938F-C3746EB92F7A}" srcOrd="0" destOrd="0" presId="urn:microsoft.com/office/officeart/2008/layout/LinedList"/>
    <dgm:cxn modelId="{604439EF-57C1-476F-B80A-36AEF6232081}" type="presParOf" srcId="{3C73D932-24D4-4E30-938B-AA29103720CC}" destId="{1D4CFE15-5F87-43F9-AAE2-0214BB26F054}" srcOrd="1" destOrd="0" presId="urn:microsoft.com/office/officeart/2008/layout/LinedList"/>
    <dgm:cxn modelId="{81BAFA50-3F0B-432A-A885-A9EA78F0BEB4}" type="presParOf" srcId="{1D4CFE15-5F87-43F9-AAE2-0214BB26F054}" destId="{3ACF81EC-E5F5-4B07-906F-CC1A18224FF5}" srcOrd="0" destOrd="0" presId="urn:microsoft.com/office/officeart/2008/layout/LinedList"/>
    <dgm:cxn modelId="{5C6DB965-73A6-445F-97B4-511F9A083ABA}" type="presParOf" srcId="{1D4CFE15-5F87-43F9-AAE2-0214BB26F054}" destId="{0D0ADF86-7E7B-4109-A731-4046E2532C8D}" srcOrd="1" destOrd="0" presId="urn:microsoft.com/office/officeart/2008/layout/LinedList"/>
    <dgm:cxn modelId="{73612DA1-0E94-4EEA-800D-DCA0A7151544}" type="presParOf" srcId="{1D4CFE15-5F87-43F9-AAE2-0214BB26F054}" destId="{BE96897E-69ED-4185-A278-4D4440C25102}" srcOrd="2" destOrd="0" presId="urn:microsoft.com/office/officeart/2008/layout/LinedList"/>
    <dgm:cxn modelId="{D0AC2F19-584C-43E7-A32B-9E5C9622C9E4}" type="presParOf" srcId="{3C73D932-24D4-4E30-938B-AA29103720CC}" destId="{ED57C399-720E-4DB3-BD30-A9D3521E4AEE}" srcOrd="2" destOrd="0" presId="urn:microsoft.com/office/officeart/2008/layout/LinedList"/>
    <dgm:cxn modelId="{346FAC85-379E-446A-A81C-1BA4A964BE1C}" type="presParOf" srcId="{3C73D932-24D4-4E30-938B-AA29103720CC}" destId="{A9835A1A-0C66-4A2A-9E1E-B642059CFB8C}" srcOrd="3" destOrd="0" presId="urn:microsoft.com/office/officeart/2008/layout/LinedList"/>
    <dgm:cxn modelId="{86C311EB-C213-48F2-ACAF-EC71A35592EE}" type="presParOf" srcId="{3C73D932-24D4-4E30-938B-AA29103720CC}" destId="{C2F3E808-CB70-4761-B515-6DA7E7D6AF34}" srcOrd="4" destOrd="0" presId="urn:microsoft.com/office/officeart/2008/layout/LinedList"/>
    <dgm:cxn modelId="{2C4B2518-7C98-4943-B7DE-CDAE83BA57E4}" type="presParOf" srcId="{C2F3E808-CB70-4761-B515-6DA7E7D6AF34}" destId="{6FD7DBA6-45B1-4413-8781-7B36AF1001E9}" srcOrd="0" destOrd="0" presId="urn:microsoft.com/office/officeart/2008/layout/LinedList"/>
    <dgm:cxn modelId="{F6FC08AB-22D9-4F4A-BE8F-81DC2B089AD1}" type="presParOf" srcId="{C2F3E808-CB70-4761-B515-6DA7E7D6AF34}" destId="{B988C292-91BA-483B-803A-C4424941EBB3}" srcOrd="1" destOrd="0" presId="urn:microsoft.com/office/officeart/2008/layout/LinedList"/>
    <dgm:cxn modelId="{F5296513-1152-40AA-8D04-208FD7D16E8D}" type="presParOf" srcId="{C2F3E808-CB70-4761-B515-6DA7E7D6AF34}" destId="{6AB622BF-CD31-458A-9B41-467E9EDC0687}" srcOrd="2" destOrd="0" presId="urn:microsoft.com/office/officeart/2008/layout/LinedList"/>
    <dgm:cxn modelId="{84FAA2F8-8799-41AC-95DA-4623B6883A36}" type="presParOf" srcId="{3C73D932-24D4-4E30-938B-AA29103720CC}" destId="{C858904D-7749-4E33-8AB8-A68226C7B90A}" srcOrd="5" destOrd="0" presId="urn:microsoft.com/office/officeart/2008/layout/LinedList"/>
    <dgm:cxn modelId="{DC431FDD-D8A9-41DE-983A-F48D40E4C061}" type="presParOf" srcId="{3C73D932-24D4-4E30-938B-AA29103720CC}" destId="{EEF4A333-5131-4E75-914D-E527A74E28E6}" srcOrd="6"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52DAC-07DC-41CA-A952-525BFCAE65F9}">
      <dsp:nvSpPr>
        <dsp:cNvPr id="0" name=""/>
        <dsp:cNvSpPr/>
      </dsp:nvSpPr>
      <dsp:spPr>
        <a:xfrm rot="5400000">
          <a:off x="-354392" y="357705"/>
          <a:ext cx="2362619" cy="1653833"/>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en-US" sz="2000" b="1" kern="1200" dirty="0"/>
            <a:t>On-Node Detection:</a:t>
          </a:r>
          <a:endParaRPr lang="en-US" sz="2000" kern="1200" dirty="0"/>
        </a:p>
      </dsp:txBody>
      <dsp:txXfrm rot="-5400000">
        <a:off x="2" y="830229"/>
        <a:ext cx="1653833" cy="708786"/>
      </dsp:txXfrm>
    </dsp:sp>
    <dsp:sp modelId="{679ED4EE-DCFE-4B48-96CA-2570CB8A320A}">
      <dsp:nvSpPr>
        <dsp:cNvPr id="0" name=""/>
        <dsp:cNvSpPr/>
      </dsp:nvSpPr>
      <dsp:spPr>
        <a:xfrm rot="5400000">
          <a:off x="4071471" y="-2414326"/>
          <a:ext cx="1535702" cy="6370979"/>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rtl="0">
            <a:lnSpc>
              <a:spcPct val="90000"/>
            </a:lnSpc>
            <a:spcBef>
              <a:spcPct val="0"/>
            </a:spcBef>
            <a:spcAft>
              <a:spcPct val="15000"/>
            </a:spcAft>
            <a:buChar char="••"/>
          </a:pPr>
          <a:r>
            <a:rPr lang="en-US" sz="1600" b="1" kern="1200" dirty="0"/>
            <a:t> </a:t>
          </a:r>
          <a:r>
            <a:rPr lang="en-US" sz="1600" kern="1200" dirty="0"/>
            <a:t>Detection is performed directly on the </a:t>
          </a:r>
          <a:r>
            <a:rPr lang="en-US" sz="1600" kern="1200" dirty="0" err="1"/>
            <a:t>IoT</a:t>
          </a:r>
          <a:r>
            <a:rPr lang="en-US" sz="1600" kern="1200" dirty="0"/>
            <a:t> device (node). </a:t>
          </a:r>
        </a:p>
        <a:p>
          <a:pPr marL="171450" lvl="1" indent="-171450" algn="just" defTabSz="711200" rtl="0">
            <a:lnSpc>
              <a:spcPct val="90000"/>
            </a:lnSpc>
            <a:spcBef>
              <a:spcPct val="0"/>
            </a:spcBef>
            <a:spcAft>
              <a:spcPct val="15000"/>
            </a:spcAft>
            <a:buChar char="••"/>
          </a:pPr>
          <a:r>
            <a:rPr lang="en-US" sz="1600" kern="1200" dirty="0"/>
            <a:t>It provides real-time threat monitoring and response locally, reducing latency.</a:t>
          </a:r>
        </a:p>
        <a:p>
          <a:pPr marL="171450" lvl="1" indent="-171450" algn="just" defTabSz="711200" rtl="0">
            <a:lnSpc>
              <a:spcPct val="90000"/>
            </a:lnSpc>
            <a:spcBef>
              <a:spcPct val="0"/>
            </a:spcBef>
            <a:spcAft>
              <a:spcPct val="15000"/>
            </a:spcAft>
            <a:buChar char="••"/>
          </a:pPr>
          <a:r>
            <a:rPr lang="en-US" sz="1600" kern="1200" dirty="0"/>
            <a:t>It is often limited by the device's computational power and battery life.</a:t>
          </a:r>
        </a:p>
      </dsp:txBody>
      <dsp:txXfrm rot="-5400000">
        <a:off x="1653833" y="78279"/>
        <a:ext cx="6296012" cy="1385768"/>
      </dsp:txXfrm>
    </dsp:sp>
    <dsp:sp modelId="{279F2311-F67C-47FC-A5AB-3366AD1B7C62}">
      <dsp:nvSpPr>
        <dsp:cNvPr id="0" name=""/>
        <dsp:cNvSpPr/>
      </dsp:nvSpPr>
      <dsp:spPr>
        <a:xfrm rot="5400000">
          <a:off x="-354392" y="2435744"/>
          <a:ext cx="2362619" cy="1653833"/>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en-US" sz="2000" b="1" kern="1200" dirty="0"/>
            <a:t>On-Server Detection</a:t>
          </a:r>
          <a:r>
            <a:rPr lang="en-US" sz="2000" kern="1200" dirty="0"/>
            <a:t>:</a:t>
          </a:r>
        </a:p>
      </dsp:txBody>
      <dsp:txXfrm rot="-5400000">
        <a:off x="2" y="2908268"/>
        <a:ext cx="1653833" cy="708786"/>
      </dsp:txXfrm>
    </dsp:sp>
    <dsp:sp modelId="{9EB92CF2-2396-4A6F-B9CC-C597007B72CA}">
      <dsp:nvSpPr>
        <dsp:cNvPr id="0" name=""/>
        <dsp:cNvSpPr/>
      </dsp:nvSpPr>
      <dsp:spPr>
        <a:xfrm rot="5400000">
          <a:off x="4071471" y="-336287"/>
          <a:ext cx="1535702" cy="6370979"/>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rtl="0">
            <a:lnSpc>
              <a:spcPct val="90000"/>
            </a:lnSpc>
            <a:spcBef>
              <a:spcPct val="0"/>
            </a:spcBef>
            <a:spcAft>
              <a:spcPct val="15000"/>
            </a:spcAft>
            <a:buChar char="••"/>
          </a:pPr>
          <a:r>
            <a:rPr lang="en-US" sz="1600" kern="1200" dirty="0"/>
            <a:t>Detection is performed on a central server, which collects and analyzes data from multiple </a:t>
          </a:r>
          <a:r>
            <a:rPr lang="en-US" sz="1600" kern="1200" dirty="0" err="1"/>
            <a:t>IoT</a:t>
          </a:r>
          <a:r>
            <a:rPr lang="en-US" sz="1600" kern="1200" dirty="0"/>
            <a:t> devices.</a:t>
          </a:r>
        </a:p>
        <a:p>
          <a:pPr marL="171450" lvl="1" indent="-171450" algn="just" defTabSz="711200" rtl="0">
            <a:lnSpc>
              <a:spcPct val="90000"/>
            </a:lnSpc>
            <a:spcBef>
              <a:spcPct val="0"/>
            </a:spcBef>
            <a:spcAft>
              <a:spcPct val="15000"/>
            </a:spcAft>
            <a:buChar char="••"/>
          </a:pPr>
          <a:r>
            <a:rPr lang="en-US" sz="1600" kern="1200" dirty="0"/>
            <a:t> This approach has higher processing capabilities and can detect complex threats.</a:t>
          </a:r>
        </a:p>
        <a:p>
          <a:pPr marL="171450" lvl="1" indent="-171450" algn="just" defTabSz="711200" rtl="0">
            <a:lnSpc>
              <a:spcPct val="90000"/>
            </a:lnSpc>
            <a:spcBef>
              <a:spcPct val="0"/>
            </a:spcBef>
            <a:spcAft>
              <a:spcPct val="15000"/>
            </a:spcAft>
            <a:buChar char="••"/>
          </a:pPr>
          <a:r>
            <a:rPr lang="en-US" sz="1600" kern="1200" dirty="0"/>
            <a:t>May introduce latency and relies on stable connectivity.</a:t>
          </a:r>
        </a:p>
      </dsp:txBody>
      <dsp:txXfrm rot="-5400000">
        <a:off x="1653833" y="2156318"/>
        <a:ext cx="6296012" cy="13857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45050F-923B-412E-AD90-7B4A9902A685}">
      <dsp:nvSpPr>
        <dsp:cNvPr id="0" name=""/>
        <dsp:cNvSpPr/>
      </dsp:nvSpPr>
      <dsp:spPr>
        <a:xfrm>
          <a:off x="6863148" y="1612821"/>
          <a:ext cx="1265151" cy="1264911"/>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A18541-6042-4EAD-AA65-FA5B0DCCC301}">
      <dsp:nvSpPr>
        <dsp:cNvPr id="0" name=""/>
        <dsp:cNvSpPr/>
      </dsp:nvSpPr>
      <dsp:spPr>
        <a:xfrm>
          <a:off x="6905749"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a:t>Response Time</a:t>
          </a:r>
          <a:endParaRPr lang="en-US" sz="1200" kern="1200"/>
        </a:p>
      </dsp:txBody>
      <dsp:txXfrm>
        <a:off x="7074543" y="1823676"/>
        <a:ext cx="843166" cy="843200"/>
      </dsp:txXfrm>
    </dsp:sp>
    <dsp:sp modelId="{7BDCA13B-9D97-4966-ADD0-BF6BF6D5950B}">
      <dsp:nvSpPr>
        <dsp:cNvPr id="0" name=""/>
        <dsp:cNvSpPr/>
      </dsp:nvSpPr>
      <dsp:spPr>
        <a:xfrm rot="2700000">
          <a:off x="5556289" y="1612679"/>
          <a:ext cx="1264973" cy="1264973"/>
        </a:xfrm>
        <a:prstGeom prst="teardrop">
          <a:avLst>
            <a:gd name="adj" fmla="val 10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A4B059-2855-49C5-BF0C-F713CA66BDA8}">
      <dsp:nvSpPr>
        <dsp:cNvPr id="0" name=""/>
        <dsp:cNvSpPr/>
      </dsp:nvSpPr>
      <dsp:spPr>
        <a:xfrm>
          <a:off x="5598800"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a:t>False Alarm Rate</a:t>
          </a:r>
          <a:endParaRPr lang="en-US" sz="1200" kern="1200"/>
        </a:p>
      </dsp:txBody>
      <dsp:txXfrm>
        <a:off x="5767594" y="1823676"/>
        <a:ext cx="843166" cy="843200"/>
      </dsp:txXfrm>
    </dsp:sp>
    <dsp:sp modelId="{CC48A84E-72AE-4122-B411-02D18FA564AB}">
      <dsp:nvSpPr>
        <dsp:cNvPr id="0" name=""/>
        <dsp:cNvSpPr/>
      </dsp:nvSpPr>
      <dsp:spPr>
        <a:xfrm rot="2700000">
          <a:off x="4249341" y="1612679"/>
          <a:ext cx="1264973" cy="1264973"/>
        </a:xfrm>
        <a:prstGeom prst="teardrop">
          <a:avLst>
            <a:gd name="adj" fmla="val 10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080F90-6B2C-47D0-85FC-45C76E2225F1}">
      <dsp:nvSpPr>
        <dsp:cNvPr id="0" name=""/>
        <dsp:cNvSpPr/>
      </dsp:nvSpPr>
      <dsp:spPr>
        <a:xfrm>
          <a:off x="4291852"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a:t>Big Data Collected</a:t>
          </a:r>
          <a:endParaRPr lang="en-US" sz="1200" kern="1200"/>
        </a:p>
      </dsp:txBody>
      <dsp:txXfrm>
        <a:off x="4460646" y="1823676"/>
        <a:ext cx="843166" cy="843200"/>
      </dsp:txXfrm>
    </dsp:sp>
    <dsp:sp modelId="{8DE9145E-FFD0-44B6-80B4-68E36559DA32}">
      <dsp:nvSpPr>
        <dsp:cNvPr id="0" name=""/>
        <dsp:cNvSpPr/>
      </dsp:nvSpPr>
      <dsp:spPr>
        <a:xfrm rot="2700000">
          <a:off x="2942393" y="1612679"/>
          <a:ext cx="1264973" cy="1264973"/>
        </a:xfrm>
        <a:prstGeom prst="teardrop">
          <a:avLst>
            <a:gd name="adj" fmla="val 10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19F4F5-6E4E-44E9-A122-C725EF8AEEB6}">
      <dsp:nvSpPr>
        <dsp:cNvPr id="0" name=""/>
        <dsp:cNvSpPr/>
      </dsp:nvSpPr>
      <dsp:spPr>
        <a:xfrm>
          <a:off x="2984904"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dirty="0"/>
            <a:t>Large number of existing attack types on </a:t>
          </a:r>
          <a:r>
            <a:rPr lang="en-US" sz="1200" b="1" kern="1200" dirty="0" err="1"/>
            <a:t>IoT</a:t>
          </a:r>
          <a:endParaRPr lang="en-US" sz="1200" kern="1200" dirty="0"/>
        </a:p>
      </dsp:txBody>
      <dsp:txXfrm>
        <a:off x="3152894" y="1823676"/>
        <a:ext cx="843166" cy="843200"/>
      </dsp:txXfrm>
    </dsp:sp>
    <dsp:sp modelId="{256BB3FA-FA97-41EA-93CE-F55949FF58BC}">
      <dsp:nvSpPr>
        <dsp:cNvPr id="0" name=""/>
        <dsp:cNvSpPr/>
      </dsp:nvSpPr>
      <dsp:spPr>
        <a:xfrm rot="2700000">
          <a:off x="1635444" y="1612679"/>
          <a:ext cx="1264973" cy="1264973"/>
        </a:xfrm>
        <a:prstGeom prst="teardrop">
          <a:avLst>
            <a:gd name="adj" fmla="val 10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BD64BE-E7B4-4A5C-A979-B7EAA0CAC674}">
      <dsp:nvSpPr>
        <dsp:cNvPr id="0" name=""/>
        <dsp:cNvSpPr/>
      </dsp:nvSpPr>
      <dsp:spPr>
        <a:xfrm>
          <a:off x="1677956"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a:t>Limited Resources of IoT devices (Low CPU, Low Power)</a:t>
          </a:r>
          <a:endParaRPr lang="en-US" sz="1200" kern="1200"/>
        </a:p>
      </dsp:txBody>
      <dsp:txXfrm>
        <a:off x="1845946" y="1823676"/>
        <a:ext cx="843166" cy="843200"/>
      </dsp:txXfrm>
    </dsp:sp>
    <dsp:sp modelId="{706F90FC-57F3-4BA3-B6A4-E3A32DA36B89}">
      <dsp:nvSpPr>
        <dsp:cNvPr id="0" name=""/>
        <dsp:cNvSpPr/>
      </dsp:nvSpPr>
      <dsp:spPr>
        <a:xfrm rot="2700000">
          <a:off x="328496" y="1612679"/>
          <a:ext cx="1264973" cy="1264973"/>
        </a:xfrm>
        <a:prstGeom prst="teardrop">
          <a:avLst>
            <a:gd name="adj" fmla="val 10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0B420D-39DD-4114-AF35-10B31D687B75}">
      <dsp:nvSpPr>
        <dsp:cNvPr id="0" name=""/>
        <dsp:cNvSpPr/>
      </dsp:nvSpPr>
      <dsp:spPr>
        <a:xfrm>
          <a:off x="370204" y="1654992"/>
          <a:ext cx="1180754" cy="1180568"/>
        </a:xfrm>
        <a:prstGeom prst="ellipse">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en-US" sz="1200" b="1" kern="1200" dirty="0"/>
            <a:t>Densely </a:t>
          </a:r>
          <a:r>
            <a:rPr lang="en-US" sz="1100" b="1" kern="1200" dirty="0"/>
            <a:t>Deployment</a:t>
          </a:r>
          <a:r>
            <a:rPr lang="en-US" sz="1200" b="1" kern="1200" dirty="0"/>
            <a:t> of </a:t>
          </a:r>
          <a:r>
            <a:rPr lang="en-US" sz="1200" b="1" kern="1200" dirty="0" err="1"/>
            <a:t>IoT</a:t>
          </a:r>
          <a:r>
            <a:rPr lang="en-US" sz="1200" b="1" kern="1200" dirty="0"/>
            <a:t> devices</a:t>
          </a:r>
          <a:endParaRPr lang="en-US" sz="1200" kern="1200" dirty="0"/>
        </a:p>
      </dsp:txBody>
      <dsp:txXfrm>
        <a:off x="538998" y="1823676"/>
        <a:ext cx="843166" cy="843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C395F-08BE-44CF-AA82-1D11AF7BA18C}">
      <dsp:nvSpPr>
        <dsp:cNvPr id="0" name=""/>
        <dsp:cNvSpPr/>
      </dsp:nvSpPr>
      <dsp:spPr>
        <a:xfrm>
          <a:off x="566884" y="0"/>
          <a:ext cx="6424691" cy="263181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F7D73-0CD9-47FE-B22F-52F5EB9267B9}">
      <dsp:nvSpPr>
        <dsp:cNvPr id="0" name=""/>
        <dsp:cNvSpPr/>
      </dsp:nvSpPr>
      <dsp:spPr>
        <a:xfrm>
          <a:off x="8119"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a:t>Training a single large neural net with two hidden layers of 1200 rectified linear hidden units on all 60000 training cases.</a:t>
          </a:r>
        </a:p>
      </dsp:txBody>
      <dsp:txXfrm>
        <a:off x="59509" y="840935"/>
        <a:ext cx="2330099" cy="949947"/>
      </dsp:txXfrm>
    </dsp:sp>
    <dsp:sp modelId="{A9BCEA2D-592D-41A1-B53F-33F89231E525}">
      <dsp:nvSpPr>
        <dsp:cNvPr id="0" name=""/>
        <dsp:cNvSpPr/>
      </dsp:nvSpPr>
      <dsp:spPr>
        <a:xfrm>
          <a:off x="2562790"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a:t>This net achieved 67 test errors whereas a smaller net with two hidden layers of 800 rectified linear hidden units and no regularization achieved 146 errors.</a:t>
          </a:r>
        </a:p>
      </dsp:txBody>
      <dsp:txXfrm>
        <a:off x="2614180" y="840935"/>
        <a:ext cx="2330099" cy="949947"/>
      </dsp:txXfrm>
    </dsp:sp>
    <dsp:sp modelId="{4A2088F5-7DD4-40AE-8942-4F6C91C49E29}">
      <dsp:nvSpPr>
        <dsp:cNvPr id="0" name=""/>
        <dsp:cNvSpPr/>
      </dsp:nvSpPr>
      <dsp:spPr>
        <a:xfrm>
          <a:off x="5117461"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a:t>Close Results after distillation.</a:t>
          </a:r>
          <a:endParaRPr lang="en-US" sz="1200" kern="1200" dirty="0"/>
        </a:p>
      </dsp:txBody>
      <dsp:txXfrm>
        <a:off x="5168851" y="840935"/>
        <a:ext cx="2330099" cy="9499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C395F-08BE-44CF-AA82-1D11AF7BA18C}">
      <dsp:nvSpPr>
        <dsp:cNvPr id="0" name=""/>
        <dsp:cNvSpPr/>
      </dsp:nvSpPr>
      <dsp:spPr>
        <a:xfrm>
          <a:off x="566884" y="0"/>
          <a:ext cx="6424691" cy="263181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F7D73-0CD9-47FE-B22F-52F5EB9267B9}">
      <dsp:nvSpPr>
        <dsp:cNvPr id="0" name=""/>
        <dsp:cNvSpPr/>
      </dsp:nvSpPr>
      <dsp:spPr>
        <a:xfrm>
          <a:off x="256131" y="789545"/>
          <a:ext cx="2267538"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kern="1200" dirty="0"/>
            <a:t>Investigating the effects of </a:t>
          </a:r>
          <a:r>
            <a:rPr lang="en-GB" sz="1200" kern="1200" dirty="0" err="1"/>
            <a:t>ensembling</a:t>
          </a:r>
          <a:r>
            <a:rPr lang="en-GB" sz="1200" kern="1200" dirty="0"/>
            <a:t> Deep Neural Network acoustic models that are used in Automatic Speech Recognition </a:t>
          </a:r>
          <a:endParaRPr lang="en-US" sz="1200" kern="1200" dirty="0"/>
        </a:p>
      </dsp:txBody>
      <dsp:txXfrm>
        <a:off x="307521" y="840935"/>
        <a:ext cx="2164758" cy="949947"/>
      </dsp:txXfrm>
    </dsp:sp>
    <dsp:sp modelId="{A9BCEA2D-592D-41A1-B53F-33F89231E525}">
      <dsp:nvSpPr>
        <dsp:cNvPr id="0" name=""/>
        <dsp:cNvSpPr/>
      </dsp:nvSpPr>
      <dsp:spPr>
        <a:xfrm>
          <a:off x="2645461" y="789545"/>
          <a:ext cx="2267538"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a:t>an architecture with 8 hidden layers each containing 2560 rectified linear units and a final </a:t>
          </a:r>
          <a:r>
            <a:rPr lang="en-US" sz="1200" kern="1200" dirty="0" err="1"/>
            <a:t>softmax</a:t>
          </a:r>
          <a:r>
            <a:rPr lang="en-US" sz="1200" kern="1200" dirty="0"/>
            <a:t> layer with 14,000 labels. </a:t>
          </a:r>
        </a:p>
      </dsp:txBody>
      <dsp:txXfrm>
        <a:off x="2696851" y="840935"/>
        <a:ext cx="2164758" cy="949947"/>
      </dsp:txXfrm>
    </dsp:sp>
    <dsp:sp modelId="{4A2088F5-7DD4-40AE-8942-4F6C91C49E29}">
      <dsp:nvSpPr>
        <dsp:cNvPr id="0" name=""/>
        <dsp:cNvSpPr/>
      </dsp:nvSpPr>
      <dsp:spPr>
        <a:xfrm>
          <a:off x="5034791" y="789545"/>
          <a:ext cx="2267538"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GB" sz="1200" kern="1200" dirty="0"/>
            <a:t>test frame accuracy: 60.8% and WER: 10.7%</a:t>
          </a:r>
          <a:r>
            <a:rPr lang="en-US" sz="1200" kern="1200" dirty="0"/>
            <a:t>.</a:t>
          </a:r>
        </a:p>
      </dsp:txBody>
      <dsp:txXfrm>
        <a:off x="5086181" y="840935"/>
        <a:ext cx="2164758" cy="9499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C395F-08BE-44CF-AA82-1D11AF7BA18C}">
      <dsp:nvSpPr>
        <dsp:cNvPr id="0" name=""/>
        <dsp:cNvSpPr/>
      </dsp:nvSpPr>
      <dsp:spPr>
        <a:xfrm>
          <a:off x="566884" y="0"/>
          <a:ext cx="6424691" cy="263181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F7D73-0CD9-47FE-B22F-52F5EB9267B9}">
      <dsp:nvSpPr>
        <dsp:cNvPr id="0" name=""/>
        <dsp:cNvSpPr/>
      </dsp:nvSpPr>
      <dsp:spPr>
        <a:xfrm>
          <a:off x="8119"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GB" sz="1400" kern="1200" dirty="0"/>
            <a:t>training one generalist model on all the types of data and many specialist models where each one of them is trained</a:t>
          </a:r>
          <a:endParaRPr lang="en-US" sz="1400" kern="1200" dirty="0"/>
        </a:p>
      </dsp:txBody>
      <dsp:txXfrm>
        <a:off x="59509" y="840935"/>
        <a:ext cx="2330099" cy="949947"/>
      </dsp:txXfrm>
    </dsp:sp>
    <dsp:sp modelId="{A9BCEA2D-592D-41A1-B53F-33F89231E525}">
      <dsp:nvSpPr>
        <dsp:cNvPr id="0" name=""/>
        <dsp:cNvSpPr/>
      </dsp:nvSpPr>
      <dsp:spPr>
        <a:xfrm>
          <a:off x="2562790"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a:t>JFT DATASET: an internal Google dataset that has 100 million labeled images with 15,000 labels</a:t>
          </a:r>
        </a:p>
      </dsp:txBody>
      <dsp:txXfrm>
        <a:off x="2614180" y="840935"/>
        <a:ext cx="2330099" cy="949947"/>
      </dsp:txXfrm>
    </dsp:sp>
    <dsp:sp modelId="{4A2088F5-7DD4-40AE-8942-4F6C91C49E29}">
      <dsp:nvSpPr>
        <dsp:cNvPr id="0" name=""/>
        <dsp:cNvSpPr/>
      </dsp:nvSpPr>
      <dsp:spPr>
        <a:xfrm>
          <a:off x="5117461" y="789545"/>
          <a:ext cx="2432879"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GB" sz="1400" kern="1200" dirty="0"/>
            <a:t>after training 61 specialist models, there is a 4.4% relative improvement in test accuracy overall</a:t>
          </a:r>
          <a:endParaRPr lang="en-US" sz="1400" kern="1200" dirty="0"/>
        </a:p>
      </dsp:txBody>
      <dsp:txXfrm>
        <a:off x="5168851" y="840935"/>
        <a:ext cx="2330099" cy="9499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C395F-08BE-44CF-AA82-1D11AF7BA18C}">
      <dsp:nvSpPr>
        <dsp:cNvPr id="0" name=""/>
        <dsp:cNvSpPr/>
      </dsp:nvSpPr>
      <dsp:spPr>
        <a:xfrm>
          <a:off x="566884" y="0"/>
          <a:ext cx="6424691" cy="263181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F7D73-0CD9-47FE-B22F-52F5EB9267B9}">
      <dsp:nvSpPr>
        <dsp:cNvPr id="0" name=""/>
        <dsp:cNvSpPr/>
      </dsp:nvSpPr>
      <dsp:spPr>
        <a:xfrm>
          <a:off x="3782" y="789545"/>
          <a:ext cx="1819492"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GB" sz="1100" kern="1200" dirty="0"/>
            <a:t>A lot of helpful information can be carried in soft targets that could not possibly be encoded with a single hard target</a:t>
          </a:r>
          <a:endParaRPr lang="en-US" sz="1100" kern="1200" dirty="0"/>
        </a:p>
      </dsp:txBody>
      <dsp:txXfrm>
        <a:off x="55172" y="840935"/>
        <a:ext cx="1716712" cy="949947"/>
      </dsp:txXfrm>
    </dsp:sp>
    <dsp:sp modelId="{3903797E-8441-42E8-B478-4EA8643AAF4B}">
      <dsp:nvSpPr>
        <dsp:cNvPr id="0" name=""/>
        <dsp:cNvSpPr/>
      </dsp:nvSpPr>
      <dsp:spPr>
        <a:xfrm>
          <a:off x="1914250" y="789545"/>
          <a:ext cx="1819492"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a:t>A specialist is trained on data that is highly enriched in its special classes.</a:t>
          </a:r>
        </a:p>
      </dsp:txBody>
      <dsp:txXfrm>
        <a:off x="1965640" y="840935"/>
        <a:ext cx="1716712" cy="949947"/>
      </dsp:txXfrm>
    </dsp:sp>
    <dsp:sp modelId="{A9BCEA2D-592D-41A1-B53F-33F89231E525}">
      <dsp:nvSpPr>
        <dsp:cNvPr id="0" name=""/>
        <dsp:cNvSpPr/>
      </dsp:nvSpPr>
      <dsp:spPr>
        <a:xfrm>
          <a:off x="3824717" y="789545"/>
          <a:ext cx="1819492"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a:t>Soft targets allow a new model to generalize well from only 3% of the training set.</a:t>
          </a:r>
        </a:p>
      </dsp:txBody>
      <dsp:txXfrm>
        <a:off x="3876107" y="840935"/>
        <a:ext cx="1716712" cy="949947"/>
      </dsp:txXfrm>
    </dsp:sp>
    <dsp:sp modelId="{42EA5A87-5AF2-4D52-AC57-E0ECED6689FE}">
      <dsp:nvSpPr>
        <dsp:cNvPr id="0" name=""/>
        <dsp:cNvSpPr/>
      </dsp:nvSpPr>
      <dsp:spPr>
        <a:xfrm>
          <a:off x="5735185" y="789545"/>
          <a:ext cx="1819492" cy="105272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a:t>Train Frame Accuracy: 65.4% - Test Frame Accuracy: 57%</a:t>
          </a:r>
        </a:p>
      </dsp:txBody>
      <dsp:txXfrm>
        <a:off x="5786575" y="840935"/>
        <a:ext cx="1716712" cy="9499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8AE80-AAAF-4597-9FA6-783CE0359AA9}">
      <dsp:nvSpPr>
        <dsp:cNvPr id="0" name=""/>
        <dsp:cNvSpPr/>
      </dsp:nvSpPr>
      <dsp:spPr>
        <a:xfrm>
          <a:off x="0" y="0"/>
          <a:ext cx="822960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500C245-4D47-4077-95F1-665419784014}">
      <dsp:nvSpPr>
        <dsp:cNvPr id="0" name=""/>
        <dsp:cNvSpPr/>
      </dsp:nvSpPr>
      <dsp:spPr>
        <a:xfrm>
          <a:off x="0" y="0"/>
          <a:ext cx="1645920" cy="30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b="1" kern="1200" dirty="0"/>
            <a:t>Used Metrics</a:t>
          </a:r>
          <a:r>
            <a:rPr lang="en-US" sz="2000" kern="1200" dirty="0"/>
            <a:t>:</a:t>
          </a:r>
        </a:p>
      </dsp:txBody>
      <dsp:txXfrm>
        <a:off x="0" y="0"/>
        <a:ext cx="1645920" cy="3048000"/>
      </dsp:txXfrm>
    </dsp:sp>
    <dsp:sp modelId="{3CBCFC39-09CA-4F9E-8251-B22780012C41}">
      <dsp:nvSpPr>
        <dsp:cNvPr id="0" name=""/>
        <dsp:cNvSpPr/>
      </dsp:nvSpPr>
      <dsp:spPr>
        <a:xfrm>
          <a:off x="1769364" y="76646"/>
          <a:ext cx="6460236" cy="796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MAE - Mean absolute error </a:t>
          </a:r>
          <a:r>
            <a:rPr lang="en-US" sz="1800" kern="1200" dirty="0"/>
            <a:t>: the average absolute error between the predicted value and the ground truth</a:t>
          </a:r>
        </a:p>
      </dsp:txBody>
      <dsp:txXfrm>
        <a:off x="1769364" y="76646"/>
        <a:ext cx="6460236" cy="796188"/>
      </dsp:txXfrm>
    </dsp:sp>
    <dsp:sp modelId="{A64E2954-E763-4D08-A20E-843605FE7872}">
      <dsp:nvSpPr>
        <dsp:cNvPr id="0" name=""/>
        <dsp:cNvSpPr/>
      </dsp:nvSpPr>
      <dsp:spPr>
        <a:xfrm>
          <a:off x="1645920" y="872834"/>
          <a:ext cx="6583680"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63E5C945-BF5C-40E7-88A0-09FED32D6B07}">
      <dsp:nvSpPr>
        <dsp:cNvPr id="0" name=""/>
        <dsp:cNvSpPr/>
      </dsp:nvSpPr>
      <dsp:spPr>
        <a:xfrm>
          <a:off x="1769364" y="949481"/>
          <a:ext cx="6460236" cy="1008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MAPE - Mean Absolute Percentage Error</a:t>
          </a:r>
          <a:r>
            <a:rPr lang="en-US" sz="1800" kern="1200" dirty="0"/>
            <a:t>: represents the average absolute percentage error between the predicted value and the true value</a:t>
          </a:r>
        </a:p>
      </dsp:txBody>
      <dsp:txXfrm>
        <a:off x="1769364" y="949481"/>
        <a:ext cx="6460236" cy="1008683"/>
      </dsp:txXfrm>
    </dsp:sp>
    <dsp:sp modelId="{7D1926C0-1126-4B34-BA97-B1A193B86AE6}">
      <dsp:nvSpPr>
        <dsp:cNvPr id="0" name=""/>
        <dsp:cNvSpPr/>
      </dsp:nvSpPr>
      <dsp:spPr>
        <a:xfrm>
          <a:off x="1645920" y="1958164"/>
          <a:ext cx="6583680"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4C9646D6-BCB6-491A-BB81-01F8044EB0AD}">
      <dsp:nvSpPr>
        <dsp:cNvPr id="0" name=""/>
        <dsp:cNvSpPr/>
      </dsp:nvSpPr>
      <dsp:spPr>
        <a:xfrm>
          <a:off x="1769364" y="2034810"/>
          <a:ext cx="6460236" cy="936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RMSE – Root Mean Squared Error</a:t>
          </a:r>
          <a:r>
            <a:rPr lang="en-US" sz="1800" kern="1200" dirty="0"/>
            <a:t>: represents the root mean square error between the predicted value and the true value</a:t>
          </a:r>
        </a:p>
      </dsp:txBody>
      <dsp:txXfrm>
        <a:off x="1769364" y="2034810"/>
        <a:ext cx="6460236" cy="936482"/>
      </dsp:txXfrm>
    </dsp:sp>
    <dsp:sp modelId="{1E942A3B-2FB4-43EB-8432-ECDAEB43BA3B}">
      <dsp:nvSpPr>
        <dsp:cNvPr id="0" name=""/>
        <dsp:cNvSpPr/>
      </dsp:nvSpPr>
      <dsp:spPr>
        <a:xfrm>
          <a:off x="1645920" y="2971292"/>
          <a:ext cx="6583680"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EE1E46-DE56-4849-A02C-6EF2A347FBFF}">
      <dsp:nvSpPr>
        <dsp:cNvPr id="0" name=""/>
        <dsp:cNvSpPr/>
      </dsp:nvSpPr>
      <dsp:spPr>
        <a:xfrm>
          <a:off x="0" y="0"/>
          <a:ext cx="818009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C5AE258-40D2-443E-9E15-534350B4744C}">
      <dsp:nvSpPr>
        <dsp:cNvPr id="0" name=""/>
        <dsp:cNvSpPr/>
      </dsp:nvSpPr>
      <dsp:spPr>
        <a:xfrm>
          <a:off x="0" y="0"/>
          <a:ext cx="1636018" cy="28529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b="1" kern="1200" dirty="0"/>
            <a:t>Results:</a:t>
          </a:r>
          <a:endParaRPr lang="en-US" sz="2000" kern="1200" dirty="0"/>
        </a:p>
      </dsp:txBody>
      <dsp:txXfrm>
        <a:off x="0" y="0"/>
        <a:ext cx="1636018" cy="2852928"/>
      </dsp:txXfrm>
    </dsp:sp>
    <dsp:sp modelId="{774C4483-3525-4B43-BD6E-00FC3EA3D000}">
      <dsp:nvSpPr>
        <dsp:cNvPr id="0" name=""/>
        <dsp:cNvSpPr/>
      </dsp:nvSpPr>
      <dsp:spPr>
        <a:xfrm>
          <a:off x="1758719" y="109770"/>
          <a:ext cx="6421370" cy="769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Compared to the latest prediction graph model GWN</a:t>
          </a:r>
          <a:r>
            <a:rPr lang="en-US" sz="1800" kern="1200" dirty="0"/>
            <a:t>: higher prediction error at 15mins, then it decreases beyond 30mins.</a:t>
          </a:r>
        </a:p>
      </dsp:txBody>
      <dsp:txXfrm>
        <a:off x="1758719" y="109770"/>
        <a:ext cx="6421370" cy="769010"/>
      </dsp:txXfrm>
    </dsp:sp>
    <dsp:sp modelId="{FD915B2F-E84A-45D3-825B-704312E2FB3F}">
      <dsp:nvSpPr>
        <dsp:cNvPr id="0" name=""/>
        <dsp:cNvSpPr/>
      </dsp:nvSpPr>
      <dsp:spPr>
        <a:xfrm>
          <a:off x="1636018" y="878781"/>
          <a:ext cx="6544072"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24AB1ECE-DA12-49B8-B635-B4328B458907}">
      <dsp:nvSpPr>
        <dsp:cNvPr id="0" name=""/>
        <dsp:cNvSpPr/>
      </dsp:nvSpPr>
      <dsp:spPr>
        <a:xfrm>
          <a:off x="1758719" y="988552"/>
          <a:ext cx="6421370" cy="8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Compared to benchmark model - 1</a:t>
          </a:r>
          <a:r>
            <a:rPr lang="en-US" sz="1800" b="1" kern="1200" baseline="30000" dirty="0"/>
            <a:t>st</a:t>
          </a:r>
          <a:r>
            <a:rPr lang="en-US" sz="1800" b="1" kern="1200" dirty="0"/>
            <a:t>  dataset</a:t>
          </a:r>
          <a:r>
            <a:rPr lang="en-US" sz="1800" kern="1200" dirty="0"/>
            <a:t>: lower MAE by 0.19 - lower MAPE by 0.7% - lower RMSE by 0.49  </a:t>
          </a:r>
        </a:p>
      </dsp:txBody>
      <dsp:txXfrm>
        <a:off x="1758719" y="988552"/>
        <a:ext cx="6421370" cy="811118"/>
      </dsp:txXfrm>
    </dsp:sp>
    <dsp:sp modelId="{46939221-DBC9-4274-98B8-DAA66192BDED}">
      <dsp:nvSpPr>
        <dsp:cNvPr id="0" name=""/>
        <dsp:cNvSpPr/>
      </dsp:nvSpPr>
      <dsp:spPr>
        <a:xfrm>
          <a:off x="1636018" y="1799671"/>
          <a:ext cx="6544072"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0AB43ED2-ABCD-4F22-BB54-D4B102B2229D}">
      <dsp:nvSpPr>
        <dsp:cNvPr id="0" name=""/>
        <dsp:cNvSpPr/>
      </dsp:nvSpPr>
      <dsp:spPr>
        <a:xfrm>
          <a:off x="1758719" y="1909442"/>
          <a:ext cx="6421370" cy="83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dirty="0"/>
            <a:t>Compared to benchmark model – 2</a:t>
          </a:r>
          <a:r>
            <a:rPr lang="en-US" sz="1800" b="1" kern="1200" baseline="30000" dirty="0"/>
            <a:t>nd</a:t>
          </a:r>
          <a:r>
            <a:rPr lang="en-US" sz="1800" b="1" kern="1200" dirty="0"/>
            <a:t> dataset:</a:t>
          </a:r>
          <a:r>
            <a:rPr lang="en-US" sz="1800" kern="1200" dirty="0"/>
            <a:t> lower MAE by 0.18 - lower MAPE by 0.40% - lower RMSE by 0.41</a:t>
          </a:r>
        </a:p>
      </dsp:txBody>
      <dsp:txXfrm>
        <a:off x="1758719" y="1909442"/>
        <a:ext cx="6421370" cy="831470"/>
      </dsp:txXfrm>
    </dsp:sp>
    <dsp:sp modelId="{17931E35-30B6-4771-8297-94BCBFDD9C51}">
      <dsp:nvSpPr>
        <dsp:cNvPr id="0" name=""/>
        <dsp:cNvSpPr/>
      </dsp:nvSpPr>
      <dsp:spPr>
        <a:xfrm>
          <a:off x="1636018" y="2740912"/>
          <a:ext cx="6544072"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606F1B-8C5B-4709-B652-7A5751392F90}">
      <dsp:nvSpPr>
        <dsp:cNvPr id="0" name=""/>
        <dsp:cNvSpPr/>
      </dsp:nvSpPr>
      <dsp:spPr>
        <a:xfrm>
          <a:off x="0" y="0"/>
          <a:ext cx="8238769"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01170D1-269E-450B-83C0-D3F48A587053}">
      <dsp:nvSpPr>
        <dsp:cNvPr id="0" name=""/>
        <dsp:cNvSpPr/>
      </dsp:nvSpPr>
      <dsp:spPr>
        <a:xfrm>
          <a:off x="0" y="0"/>
          <a:ext cx="1837946" cy="39916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a:t>Methodology:</a:t>
          </a:r>
          <a:endParaRPr lang="en-US" sz="2000" kern="1200" dirty="0"/>
        </a:p>
      </dsp:txBody>
      <dsp:txXfrm>
        <a:off x="0" y="0"/>
        <a:ext cx="1837946" cy="3991655"/>
      </dsp:txXfrm>
    </dsp:sp>
    <dsp:sp modelId="{0D0ADF86-7E7B-4109-A731-4046E2532C8D}">
      <dsp:nvSpPr>
        <dsp:cNvPr id="0" name=""/>
        <dsp:cNvSpPr/>
      </dsp:nvSpPr>
      <dsp:spPr>
        <a:xfrm>
          <a:off x="1957907" y="46923"/>
          <a:ext cx="6277958" cy="93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a:t>Modelling the traffic network as graphs defined across time steps.</a:t>
          </a:r>
        </a:p>
      </dsp:txBody>
      <dsp:txXfrm>
        <a:off x="1957907" y="46923"/>
        <a:ext cx="6277958" cy="938467"/>
      </dsp:txXfrm>
    </dsp:sp>
    <dsp:sp modelId="{ED57C399-720E-4DB3-BD30-A9D3521E4AEE}">
      <dsp:nvSpPr>
        <dsp:cNvPr id="0" name=""/>
        <dsp:cNvSpPr/>
      </dsp:nvSpPr>
      <dsp:spPr>
        <a:xfrm>
          <a:off x="1837946" y="985391"/>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B988C292-91BA-483B-803A-C4424941EBB3}">
      <dsp:nvSpPr>
        <dsp:cNvPr id="0" name=""/>
        <dsp:cNvSpPr/>
      </dsp:nvSpPr>
      <dsp:spPr>
        <a:xfrm>
          <a:off x="1957907" y="1032314"/>
          <a:ext cx="6277958" cy="93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a:t>Designing a neural architecture containing two blocks with temporal and spatial layers and output block transforms information into the final output.</a:t>
          </a:r>
        </a:p>
      </dsp:txBody>
      <dsp:txXfrm>
        <a:off x="1957907" y="1032314"/>
        <a:ext cx="6277958" cy="938467"/>
      </dsp:txXfrm>
    </dsp:sp>
    <dsp:sp modelId="{C858904D-7749-4E33-8AB8-A68226C7B90A}">
      <dsp:nvSpPr>
        <dsp:cNvPr id="0" name=""/>
        <dsp:cNvSpPr/>
      </dsp:nvSpPr>
      <dsp:spPr>
        <a:xfrm>
          <a:off x="1837946" y="1970782"/>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E33AA77-7E6C-4E9D-AD51-16A74CCE9ADB}">
      <dsp:nvSpPr>
        <dsp:cNvPr id="0" name=""/>
        <dsp:cNvSpPr/>
      </dsp:nvSpPr>
      <dsp:spPr>
        <a:xfrm>
          <a:off x="1957907" y="2017705"/>
          <a:ext cx="6277958" cy="93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a:t>Using two knowledge distillation techniques, response-based distillation, and feature-based knowledge distillation.</a:t>
          </a:r>
        </a:p>
      </dsp:txBody>
      <dsp:txXfrm>
        <a:off x="1957907" y="2017705"/>
        <a:ext cx="6277958" cy="938467"/>
      </dsp:txXfrm>
    </dsp:sp>
    <dsp:sp modelId="{FF8212F1-0A07-4437-9B0D-A2F55D037C2E}">
      <dsp:nvSpPr>
        <dsp:cNvPr id="0" name=""/>
        <dsp:cNvSpPr/>
      </dsp:nvSpPr>
      <dsp:spPr>
        <a:xfrm>
          <a:off x="1837946" y="2956173"/>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DC69ECDF-C7E1-43EB-B942-B06B2A340BB0}">
      <dsp:nvSpPr>
        <dsp:cNvPr id="0" name=""/>
        <dsp:cNvSpPr/>
      </dsp:nvSpPr>
      <dsp:spPr>
        <a:xfrm>
          <a:off x="1957907" y="3003096"/>
          <a:ext cx="6277958" cy="93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a:t>Based on the student model from knowledge distillation, using a cost function to train this student network to reduce the number of parameters.</a:t>
          </a:r>
        </a:p>
      </dsp:txBody>
      <dsp:txXfrm>
        <a:off x="1957907" y="3003096"/>
        <a:ext cx="6277958" cy="938467"/>
      </dsp:txXfrm>
    </dsp:sp>
    <dsp:sp modelId="{60C61C0D-7819-4029-BE2E-99376F8ADE87}">
      <dsp:nvSpPr>
        <dsp:cNvPr id="0" name=""/>
        <dsp:cNvSpPr/>
      </dsp:nvSpPr>
      <dsp:spPr>
        <a:xfrm>
          <a:off x="1837946" y="3941564"/>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606F1B-8C5B-4709-B652-7A5751392F90}">
      <dsp:nvSpPr>
        <dsp:cNvPr id="0" name=""/>
        <dsp:cNvSpPr/>
      </dsp:nvSpPr>
      <dsp:spPr>
        <a:xfrm>
          <a:off x="0" y="0"/>
          <a:ext cx="8238769"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01170D1-269E-450B-83C0-D3F48A587053}">
      <dsp:nvSpPr>
        <dsp:cNvPr id="0" name=""/>
        <dsp:cNvSpPr/>
      </dsp:nvSpPr>
      <dsp:spPr>
        <a:xfrm>
          <a:off x="0" y="0"/>
          <a:ext cx="1840441" cy="2816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a:t>Results:</a:t>
          </a:r>
          <a:endParaRPr lang="en-US" sz="2000" kern="1200" dirty="0"/>
        </a:p>
      </dsp:txBody>
      <dsp:txXfrm>
        <a:off x="0" y="0"/>
        <a:ext cx="1840441" cy="2816352"/>
      </dsp:txXfrm>
    </dsp:sp>
    <dsp:sp modelId="{0D0ADF86-7E7B-4109-A731-4046E2532C8D}">
      <dsp:nvSpPr>
        <dsp:cNvPr id="0" name=""/>
        <dsp:cNvSpPr/>
      </dsp:nvSpPr>
      <dsp:spPr>
        <a:xfrm>
          <a:off x="1960402" y="65458"/>
          <a:ext cx="6277958" cy="1309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a:t>Knowledge distillation: </a:t>
          </a:r>
          <a:r>
            <a:rPr lang="en-GB" sz="1800" kern="1200" dirty="0"/>
            <a:t>execution time of student has reduced by approximately 83% - 84% compared to teacher. Compared to another approaches, almost in all cases the model has shown improvement</a:t>
          </a:r>
          <a:endParaRPr lang="en-US" sz="1800" kern="1200" dirty="0"/>
        </a:p>
      </dsp:txBody>
      <dsp:txXfrm>
        <a:off x="1960402" y="65458"/>
        <a:ext cx="6277958" cy="1309163"/>
      </dsp:txXfrm>
    </dsp:sp>
    <dsp:sp modelId="{ED57C399-720E-4DB3-BD30-A9D3521E4AEE}">
      <dsp:nvSpPr>
        <dsp:cNvPr id="0" name=""/>
        <dsp:cNvSpPr/>
      </dsp:nvSpPr>
      <dsp:spPr>
        <a:xfrm>
          <a:off x="1840441" y="1374621"/>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B988C292-91BA-483B-803A-C4424941EBB3}">
      <dsp:nvSpPr>
        <dsp:cNvPr id="0" name=""/>
        <dsp:cNvSpPr/>
      </dsp:nvSpPr>
      <dsp:spPr>
        <a:xfrm>
          <a:off x="1960402" y="1440079"/>
          <a:ext cx="6277958" cy="1309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a:t>Pruning: </a:t>
          </a:r>
          <a:r>
            <a:rPr lang="en-GB" sz="1800" kern="1200" dirty="0"/>
            <a:t>RMSE is improved to 4.398. The </a:t>
          </a:r>
          <a:r>
            <a:rPr lang="en-US" sz="1800" kern="1200" dirty="0"/>
            <a:t>pruning algorithm leads to better model performance compared to the non-pruned.</a:t>
          </a:r>
        </a:p>
      </dsp:txBody>
      <dsp:txXfrm>
        <a:off x="1960402" y="1440079"/>
        <a:ext cx="6277958" cy="1309163"/>
      </dsp:txXfrm>
    </dsp:sp>
    <dsp:sp modelId="{C858904D-7749-4E33-8AB8-A68226C7B90A}">
      <dsp:nvSpPr>
        <dsp:cNvPr id="0" name=""/>
        <dsp:cNvSpPr/>
      </dsp:nvSpPr>
      <dsp:spPr>
        <a:xfrm>
          <a:off x="1840441" y="2749243"/>
          <a:ext cx="6397919"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65FF50-6CE1-46D9-ACB0-AC9FC0D24ED4}" type="datetimeFigureOut">
              <a:rPr lang="en-US" smtClean="0"/>
              <a:t>5/23/2026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B1B560-E8AB-4F74-84E2-9A2FB5F7C597}" type="slidenum">
              <a:rPr lang="en-US" smtClean="0"/>
              <a:t>‹#›</a:t>
            </a:fld>
            <a:endParaRPr lang="en-US"/>
          </a:p>
        </p:txBody>
      </p:sp>
    </p:spTree>
    <p:extLst>
      <p:ext uri="{BB962C8B-B14F-4D97-AF65-F5344CB8AC3E}">
        <p14:creationId xmlns:p14="http://schemas.microsoft.com/office/powerpoint/2010/main" val="872619883"/>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a:defRPr/>
            </a:pPr>
            <a:endParaRPr lang="en-US" altLang="fr-FR"/>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a:defRPr/>
            </a:pPr>
            <a:endParaRPr lang="en-US" altLang="fr-FR"/>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fr-FR" noProof="0"/>
              <a:t>Click to edit Master text styles</a:t>
            </a:r>
          </a:p>
          <a:p>
            <a:pPr lvl="1"/>
            <a:r>
              <a:rPr lang="en-US" altLang="fr-FR" noProof="0"/>
              <a:t>Second level</a:t>
            </a:r>
          </a:p>
          <a:p>
            <a:pPr lvl="2"/>
            <a:r>
              <a:rPr lang="en-US" altLang="fr-FR" noProof="0"/>
              <a:t>Third level</a:t>
            </a:r>
          </a:p>
          <a:p>
            <a:pPr lvl="3"/>
            <a:r>
              <a:rPr lang="en-US" altLang="fr-FR" noProof="0"/>
              <a:t>Fourth level</a:t>
            </a:r>
          </a:p>
          <a:p>
            <a:pPr lvl="4"/>
            <a:r>
              <a:rPr lang="en-US" altLang="fr-FR"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a:defRPr/>
            </a:pPr>
            <a:endParaRPr lang="en-US" altLang="fr-F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fld id="{2B29FC85-F15D-440F-BC0B-D65913AB69D8}" type="slidenum">
              <a:rPr lang="en-US" altLang="fr-FR"/>
              <a:t>‹#›</a:t>
            </a:fld>
            <a:endParaRPr lang="en-US" altLang="fr-FR"/>
          </a:p>
        </p:txBody>
      </p:sp>
    </p:spTree>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
        <p:nvSpPr>
          <p:cNvPr id="4" name="Date Placeholder 3"/>
          <p:cNvSpPr>
            <a:spLocks noGrp="1"/>
          </p:cNvSpPr>
          <p:nvPr>
            <p:ph type="dt" idx="10"/>
          </p:nvPr>
        </p:nvSpPr>
        <p:spPr/>
        <p:txBody>
          <a:bodyPr/>
          <a:lstStyle/>
          <a:p>
            <a:pPr>
              <a:defRPr/>
            </a:pPr>
            <a:endParaRPr lang="en-US" altLang="fr-FR"/>
          </a:p>
        </p:txBody>
      </p:sp>
      <p:sp>
        <p:nvSpPr>
          <p:cNvPr id="5" name="Footer Placeholder 4"/>
          <p:cNvSpPr>
            <a:spLocks noGrp="1"/>
          </p:cNvSpPr>
          <p:nvPr>
            <p:ph type="ftr" sz="quarter" idx="11"/>
          </p:nvPr>
        </p:nvSpPr>
        <p:spPr/>
        <p:txBody>
          <a:bodyPr/>
          <a:lstStyle/>
          <a:p>
            <a:pPr>
              <a:defRPr/>
            </a:pPr>
            <a:endParaRPr lang="en-US"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5</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323265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6</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598375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8</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4235552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10</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320613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11</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28097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12</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255076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391204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14</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29695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15</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523977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endParaRPr lang="en-US" altLang="fr-FR" noProof="0"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16</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788834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r>
              <a:rPr lang="en-US" altLang="fr-FR" noProof="0" dirty="0"/>
              <a:t>As we go deep</a:t>
            </a:r>
            <a:r>
              <a:rPr lang="en-US" altLang="fr-FR" baseline="0" noProof="0" dirty="0"/>
              <a:t> into the world of IDS, it’s important to explore the main studies and papers that contribute to our understanding in this field. So we took into consideration about 10 papers, we will talk about in the next few minutes</a:t>
            </a:r>
            <a:endParaRPr lang="en-US" altLang="fr-FR" noProof="0"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17</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050745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18</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592282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19</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764306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20</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557859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21</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4272805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22</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854418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097020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24</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391085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25</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767142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26</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907342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27</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6621097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endParaRPr lang="en-US" altLang="fr-FR" noProof="0"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28</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840885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29</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046510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30</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573046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31</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518816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32</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2101880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559587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34</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7144781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35</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0059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36</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317681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37</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8211938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38</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044725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39</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5960930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40</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857836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41</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6236335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42</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42270590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6961776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44</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951285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45</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8253385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46</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2066199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47</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7632284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48</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6288367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49</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645464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endParaRPr lang="fr-FR" altLang="fr-FR"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50</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4243946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p:sp>
      <p:sp>
        <p:nvSpPr>
          <p:cNvPr id="20483" name="Notes Placeholder 2"/>
          <p:cNvSpPr>
            <a:spLocks noGrp="1"/>
          </p:cNvSpPr>
          <p:nvPr>
            <p:ph type="body" idx="1"/>
          </p:nvPr>
        </p:nvSpPr>
        <p:spPr>
          <a:noFill/>
        </p:spPr>
        <p:txBody>
          <a:bodyPr/>
          <a:lstStyle/>
          <a:p>
            <a:endParaRPr lang="fr-FR" altLang="fr-FR" dirty="0"/>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C8553-484E-42EE-A303-0FF4121EDFEA}" type="slidenum">
              <a:rPr lang="en-US" altLang="fr-FR"/>
              <a:t>51</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22299297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endParaRPr lang="fr-FR" altLang="fr-FR"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52</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31672458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p:sp>
      <p:sp>
        <p:nvSpPr>
          <p:cNvPr id="30723" name="Notes Placeholder 2"/>
          <p:cNvSpPr>
            <a:spLocks noGrp="1"/>
          </p:cNvSpPr>
          <p:nvPr>
            <p:ph type="body" idx="1"/>
          </p:nvPr>
        </p:nvSpPr>
        <p:spPr>
          <a:noFill/>
        </p:spPr>
        <p:txBody>
          <a:bodyPr/>
          <a:lstStyle/>
          <a:p>
            <a:endParaRPr lang="fr-FR" altLang="fr-FR" dirty="0"/>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84AEDC-E05F-4080-9CD4-065F6CCA0659}" type="slidenum">
              <a:rPr lang="en-US" altLang="fr-FR"/>
              <a:t>53</a:t>
            </a:fld>
            <a:endParaRPr lang="en-US" altLang="fr-FR"/>
          </a:p>
        </p:txBody>
      </p:sp>
      <p:sp>
        <p:nvSpPr>
          <p:cNvPr id="2" name="Date Placeholder 1"/>
          <p:cNvSpPr>
            <a:spLocks noGrp="1"/>
          </p:cNvSpPr>
          <p:nvPr>
            <p:ph type="dt" idx="10"/>
          </p:nvPr>
        </p:nvSpPr>
        <p:spPr/>
        <p:txBody>
          <a:bodyPr/>
          <a:lstStyle/>
          <a:p>
            <a:pPr>
              <a:defRPr/>
            </a:pPr>
            <a:endParaRPr lang="en-US" altLang="fr-FR"/>
          </a:p>
        </p:txBody>
      </p:sp>
      <p:sp>
        <p:nvSpPr>
          <p:cNvPr id="3" name="Footer Placeholder 2"/>
          <p:cNvSpPr>
            <a:spLocks noGrp="1"/>
          </p:cNvSpPr>
          <p:nvPr>
            <p:ph type="ftr" sz="quarter" idx="11"/>
          </p:nvPr>
        </p:nvSpPr>
        <p:spPr/>
        <p:txBody>
          <a:bodyPr/>
          <a:lstStyle/>
          <a:p>
            <a:pPr>
              <a:defRPr/>
            </a:pPr>
            <a:endParaRPr lang="en-US" altLang="fr-FR"/>
          </a:p>
        </p:txBody>
      </p:sp>
    </p:spTree>
    <p:extLst>
      <p:ext uri="{BB962C8B-B14F-4D97-AF65-F5344CB8AC3E}">
        <p14:creationId xmlns:p14="http://schemas.microsoft.com/office/powerpoint/2010/main" val="1507592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p:nvPr/>
        </p:nvGrpSpPr>
        <p:grpSpPr bwMode="auto">
          <a:xfrm>
            <a:off x="-20782"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fr-FR" altLang="fr-FR" sz="2400">
                <a:latin typeface="Times New Roman" panose="02020603050405020304" pitchFamily="1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fr-FR" altLang="fr-FR" sz="2400">
                <a:latin typeface="Times New Roman" panose="02020603050405020304" pitchFamily="18" charset="0"/>
              </a:endParaRPr>
            </a:p>
          </p:txBody>
        </p:sp>
      </p:grpSp>
      <p:grpSp>
        <p:nvGrpSpPr>
          <p:cNvPr id="7" name="Group 5"/>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fr-FR" altLang="fr-FR"/>
            </a:p>
          </p:txBody>
        </p:sp>
        <p:sp>
          <p:nvSpPr>
            <p:cNvPr id="9" name="AutoShape 7"/>
            <p:cNvSpPr>
              <a:spLocks noChangeArrowheads="1"/>
            </p:cNvSpPr>
            <p:nvPr/>
          </p:nvSpPr>
          <p:spPr bwMode="auto">
            <a:xfrm>
              <a:off x="5196" y="3080"/>
              <a:ext cx="164"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fr-FR" altLang="fr-FR"/>
            </a:p>
          </p:txBody>
        </p:sp>
      </p:grpSp>
      <p:sp>
        <p:nvSpPr>
          <p:cNvPr id="67592" name="Rectangle 8"/>
          <p:cNvSpPr>
            <a:spLocks noGrp="1" noChangeArrowheads="1"/>
          </p:cNvSpPr>
          <p:nvPr>
            <p:ph type="subTitle" idx="1"/>
          </p:nvPr>
        </p:nvSpPr>
        <p:spPr>
          <a:xfrm>
            <a:off x="4673600" y="2927350"/>
            <a:ext cx="4013200" cy="1822450"/>
          </a:xfrm>
        </p:spPr>
        <p:txBody>
          <a:bodyPr anchor="b"/>
          <a:lstStyle>
            <a:lvl1pPr marL="0" indent="0">
              <a:buFont typeface="Wingdings" panose="05000000000000000000" pitchFamily="2" charset="2"/>
              <a:buNone/>
              <a:defRPr>
                <a:solidFill>
                  <a:schemeClr val="tx2"/>
                </a:solidFill>
              </a:defRPr>
            </a:lvl1pPr>
          </a:lstStyle>
          <a:p>
            <a:pPr lvl="0"/>
            <a:r>
              <a:rPr lang="en-US" altLang="fr-FR" noProof="0" dirty="0"/>
              <a:t>Click to edit Master subtitle style</a:t>
            </a:r>
          </a:p>
        </p:txBody>
      </p:sp>
      <p:sp>
        <p:nvSpPr>
          <p:cNvPr id="67596"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en-US" altLang="fr-FR" noProof="0" dirty="0"/>
              <a:t>Click to edit Master title style</a:t>
            </a:r>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en-US" altLang="fr-FR"/>
          </a:p>
        </p:txBody>
      </p:sp>
      <p:sp>
        <p:nvSpPr>
          <p:cNvPr id="11" name="Rectangle 10"/>
          <p:cNvSpPr>
            <a:spLocks noGrp="1" noChangeArrowheads="1"/>
          </p:cNvSpPr>
          <p:nvPr>
            <p:ph type="ftr" sz="quarter" idx="11"/>
          </p:nvPr>
        </p:nvSpPr>
        <p:spPr/>
        <p:txBody>
          <a:bodyPr/>
          <a:lstStyle>
            <a:lvl1pPr algn="r">
              <a:defRPr/>
            </a:lvl1pPr>
          </a:lstStyle>
          <a:p>
            <a:pPr>
              <a:defRPr/>
            </a:pPr>
            <a:endParaRPr lang="en-US" altLang="fr-FR"/>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solidFill>
                  <a:schemeClr val="tx1"/>
                </a:solidFill>
              </a:defRPr>
            </a:lvl1pPr>
          </a:lstStyle>
          <a:p>
            <a:fld id="{E24A3F48-4BEB-419F-8140-9D43502AEF49}" type="slidenum">
              <a:rPr lang="en-US" altLang="fr-FR" smtClean="0"/>
              <a:pPr/>
              <a:t>‹#›</a:t>
            </a:fld>
            <a:endParaRPr lang="en-US" altLang="fr-F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11"/>
          <p:cNvSpPr>
            <a:spLocks noGrp="1" noChangeArrowheads="1"/>
          </p:cNvSpPr>
          <p:nvPr>
            <p:ph type="dt" sz="half" idx="10"/>
          </p:nvPr>
        </p:nvSpPr>
        <p:spPr/>
        <p:txBody>
          <a:bodyPr/>
          <a:lstStyle>
            <a:lvl1pPr>
              <a:defRPr/>
            </a:lvl1pPr>
          </a:lstStyle>
          <a:p>
            <a:pPr>
              <a:defRPr/>
            </a:pPr>
            <a:endParaRPr lang="en-US" altLang="fr-FR"/>
          </a:p>
        </p:txBody>
      </p:sp>
      <p:sp>
        <p:nvSpPr>
          <p:cNvPr id="5" name="Rectangle 12"/>
          <p:cNvSpPr>
            <a:spLocks noGrp="1" noChangeArrowheads="1"/>
          </p:cNvSpPr>
          <p:nvPr>
            <p:ph type="ftr" sz="quarter" idx="11"/>
          </p:nvPr>
        </p:nvSpPr>
        <p:spPr/>
        <p:txBody>
          <a:bodyPr/>
          <a:lstStyle>
            <a:lvl1pPr>
              <a:defRPr/>
            </a:lvl1pPr>
          </a:lstStyle>
          <a:p>
            <a:pPr>
              <a:defRPr/>
            </a:pPr>
            <a:endParaRPr lang="en-US" altLang="fr-FR"/>
          </a:p>
        </p:txBody>
      </p:sp>
      <p:sp>
        <p:nvSpPr>
          <p:cNvPr id="6" name="Rectangle 13"/>
          <p:cNvSpPr>
            <a:spLocks noGrp="1" noChangeArrowheads="1"/>
          </p:cNvSpPr>
          <p:nvPr>
            <p:ph type="sldNum" sz="quarter" idx="12"/>
          </p:nvPr>
        </p:nvSpPr>
        <p:spPr/>
        <p:txBody>
          <a:bodyPr/>
          <a:lstStyle>
            <a:lvl1pPr>
              <a:defRPr/>
            </a:lvl1pPr>
          </a:lstStyle>
          <a:p>
            <a:fld id="{0F046AFA-1740-44DC-8A22-6F3B7065AE49}" type="slidenum">
              <a:rPr lang="en-US" altLang="fr-FR"/>
              <a:t>‹#›</a:t>
            </a:fld>
            <a:endParaRPr lang="en-US" alt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fr-F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p:cNvSpPr>
            <a:spLocks noGrp="1" noChangeArrowheads="1"/>
          </p:cNvSpPr>
          <p:nvPr>
            <p:ph type="dt" sz="half" idx="10"/>
          </p:nvPr>
        </p:nvSpPr>
        <p:spPr/>
        <p:txBody>
          <a:bodyPr/>
          <a:lstStyle>
            <a:lvl1pPr>
              <a:defRPr/>
            </a:lvl1pPr>
          </a:lstStyle>
          <a:p>
            <a:pPr>
              <a:defRPr/>
            </a:pPr>
            <a:endParaRPr lang="en-US" altLang="fr-FR"/>
          </a:p>
        </p:txBody>
      </p:sp>
      <p:sp>
        <p:nvSpPr>
          <p:cNvPr id="5" name="Rectangle 12"/>
          <p:cNvSpPr>
            <a:spLocks noGrp="1" noChangeArrowheads="1"/>
          </p:cNvSpPr>
          <p:nvPr>
            <p:ph type="ftr" sz="quarter" idx="11"/>
          </p:nvPr>
        </p:nvSpPr>
        <p:spPr/>
        <p:txBody>
          <a:bodyPr/>
          <a:lstStyle>
            <a:lvl1pPr>
              <a:defRPr/>
            </a:lvl1pPr>
          </a:lstStyle>
          <a:p>
            <a:pPr>
              <a:defRPr/>
            </a:pPr>
            <a:endParaRPr lang="en-US" altLang="fr-FR"/>
          </a:p>
        </p:txBody>
      </p:sp>
      <p:sp>
        <p:nvSpPr>
          <p:cNvPr id="6" name="Rectangle 13"/>
          <p:cNvSpPr>
            <a:spLocks noGrp="1" noChangeArrowheads="1"/>
          </p:cNvSpPr>
          <p:nvPr>
            <p:ph type="sldNum" sz="quarter" idx="12"/>
          </p:nvPr>
        </p:nvSpPr>
        <p:spPr/>
        <p:txBody>
          <a:bodyPr/>
          <a:lstStyle>
            <a:lvl1pPr>
              <a:defRPr/>
            </a:lvl1pPr>
          </a:lstStyle>
          <a:p>
            <a:fld id="{88EB6EF7-C93E-4191-9FAC-7BAB1D5C57B8}" type="slidenum">
              <a:rPr lang="en-US" altLang="fr-FR"/>
              <a:t>‹#›</a:t>
            </a:fld>
            <a:endParaRPr lang="en-US" alt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4760913" y="2362200"/>
            <a:ext cx="3770312"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11"/>
          <p:cNvSpPr>
            <a:spLocks noGrp="1" noChangeArrowheads="1"/>
          </p:cNvSpPr>
          <p:nvPr>
            <p:ph type="dt" sz="half" idx="10"/>
          </p:nvPr>
        </p:nvSpPr>
        <p:spPr/>
        <p:txBody>
          <a:bodyPr/>
          <a:lstStyle>
            <a:lvl1pPr>
              <a:defRPr/>
            </a:lvl1pPr>
          </a:lstStyle>
          <a:p>
            <a:pPr>
              <a:defRPr/>
            </a:pPr>
            <a:endParaRPr lang="en-US" altLang="fr-FR"/>
          </a:p>
        </p:txBody>
      </p:sp>
      <p:sp>
        <p:nvSpPr>
          <p:cNvPr id="6" name="Rectangle 12"/>
          <p:cNvSpPr>
            <a:spLocks noGrp="1" noChangeArrowheads="1"/>
          </p:cNvSpPr>
          <p:nvPr>
            <p:ph type="ftr" sz="quarter" idx="11"/>
          </p:nvPr>
        </p:nvSpPr>
        <p:spPr/>
        <p:txBody>
          <a:bodyPr/>
          <a:lstStyle>
            <a:lvl1pPr>
              <a:defRPr/>
            </a:lvl1pPr>
          </a:lstStyle>
          <a:p>
            <a:pPr>
              <a:defRPr/>
            </a:pPr>
            <a:endParaRPr lang="en-US" altLang="fr-FR"/>
          </a:p>
        </p:txBody>
      </p:sp>
      <p:sp>
        <p:nvSpPr>
          <p:cNvPr id="7" name="Rectangle 13"/>
          <p:cNvSpPr>
            <a:spLocks noGrp="1" noChangeArrowheads="1"/>
          </p:cNvSpPr>
          <p:nvPr>
            <p:ph type="sldNum" sz="quarter" idx="12"/>
          </p:nvPr>
        </p:nvSpPr>
        <p:spPr/>
        <p:txBody>
          <a:bodyPr/>
          <a:lstStyle>
            <a:lvl1pPr>
              <a:defRPr/>
            </a:lvl1pPr>
          </a:lstStyle>
          <a:p>
            <a:fld id="{F10983C6-1D27-4688-8846-1EDA30E2A2E1}" type="slidenum">
              <a:rPr lang="en-US" altLang="fr-FR"/>
              <a:t>‹#›</a:t>
            </a:fld>
            <a:endParaRPr lang="en-US" alt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fr-F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Rectangle 11"/>
          <p:cNvSpPr>
            <a:spLocks noGrp="1" noChangeArrowheads="1"/>
          </p:cNvSpPr>
          <p:nvPr>
            <p:ph type="dt" sz="half" idx="10"/>
          </p:nvPr>
        </p:nvSpPr>
        <p:spPr/>
        <p:txBody>
          <a:bodyPr/>
          <a:lstStyle>
            <a:lvl1pPr>
              <a:defRPr/>
            </a:lvl1pPr>
          </a:lstStyle>
          <a:p>
            <a:pPr>
              <a:defRPr/>
            </a:pPr>
            <a:endParaRPr lang="en-US" altLang="fr-FR"/>
          </a:p>
        </p:txBody>
      </p:sp>
      <p:sp>
        <p:nvSpPr>
          <p:cNvPr id="8" name="Rectangle 12"/>
          <p:cNvSpPr>
            <a:spLocks noGrp="1" noChangeArrowheads="1"/>
          </p:cNvSpPr>
          <p:nvPr>
            <p:ph type="ftr" sz="quarter" idx="11"/>
          </p:nvPr>
        </p:nvSpPr>
        <p:spPr/>
        <p:txBody>
          <a:bodyPr/>
          <a:lstStyle>
            <a:lvl1pPr>
              <a:defRPr/>
            </a:lvl1pPr>
          </a:lstStyle>
          <a:p>
            <a:pPr>
              <a:defRPr/>
            </a:pPr>
            <a:endParaRPr lang="en-US" altLang="fr-FR"/>
          </a:p>
        </p:txBody>
      </p:sp>
      <p:sp>
        <p:nvSpPr>
          <p:cNvPr id="9" name="Rectangle 13"/>
          <p:cNvSpPr>
            <a:spLocks noGrp="1" noChangeArrowheads="1"/>
          </p:cNvSpPr>
          <p:nvPr>
            <p:ph type="sldNum" sz="quarter" idx="12"/>
          </p:nvPr>
        </p:nvSpPr>
        <p:spPr/>
        <p:txBody>
          <a:bodyPr/>
          <a:lstStyle>
            <a:lvl1pPr>
              <a:defRPr/>
            </a:lvl1pPr>
          </a:lstStyle>
          <a:p>
            <a:fld id="{88B4F48D-3BE4-4D56-BF07-43F8894DB8B9}" type="slidenum">
              <a:rPr lang="en-US" altLang="fr-FR"/>
              <a:t>‹#›</a:t>
            </a:fld>
            <a:endParaRPr lang="en-US" alt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Rectangle 11"/>
          <p:cNvSpPr>
            <a:spLocks noGrp="1" noChangeArrowheads="1"/>
          </p:cNvSpPr>
          <p:nvPr>
            <p:ph type="dt" sz="half" idx="10"/>
          </p:nvPr>
        </p:nvSpPr>
        <p:spPr/>
        <p:txBody>
          <a:bodyPr/>
          <a:lstStyle>
            <a:lvl1pPr>
              <a:defRPr/>
            </a:lvl1pPr>
          </a:lstStyle>
          <a:p>
            <a:pPr>
              <a:defRPr/>
            </a:pPr>
            <a:endParaRPr lang="en-US" altLang="fr-FR"/>
          </a:p>
        </p:txBody>
      </p:sp>
      <p:sp>
        <p:nvSpPr>
          <p:cNvPr id="4" name="Rectangle 12"/>
          <p:cNvSpPr>
            <a:spLocks noGrp="1" noChangeArrowheads="1"/>
          </p:cNvSpPr>
          <p:nvPr>
            <p:ph type="ftr" sz="quarter" idx="11"/>
          </p:nvPr>
        </p:nvSpPr>
        <p:spPr/>
        <p:txBody>
          <a:bodyPr/>
          <a:lstStyle>
            <a:lvl1pPr>
              <a:defRPr/>
            </a:lvl1pPr>
          </a:lstStyle>
          <a:p>
            <a:pPr>
              <a:defRPr/>
            </a:pPr>
            <a:endParaRPr lang="en-US" altLang="fr-FR"/>
          </a:p>
        </p:txBody>
      </p:sp>
      <p:sp>
        <p:nvSpPr>
          <p:cNvPr id="5" name="Rectangle 13"/>
          <p:cNvSpPr>
            <a:spLocks noGrp="1" noChangeArrowheads="1"/>
          </p:cNvSpPr>
          <p:nvPr>
            <p:ph type="sldNum" sz="quarter" idx="12"/>
          </p:nvPr>
        </p:nvSpPr>
        <p:spPr/>
        <p:txBody>
          <a:bodyPr/>
          <a:lstStyle>
            <a:lvl1pPr>
              <a:defRPr/>
            </a:lvl1pPr>
          </a:lstStyle>
          <a:p>
            <a:fld id="{14277549-B08E-42B2-B1CC-45FC89AEB234}" type="slidenum">
              <a:rPr lang="en-US" altLang="fr-FR"/>
              <a:t>‹#›</a:t>
            </a:fld>
            <a:endParaRPr lang="en-US" alt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fr-FR"/>
          </a:p>
        </p:txBody>
      </p:sp>
      <p:sp>
        <p:nvSpPr>
          <p:cNvPr id="3" name="Rectangle 12"/>
          <p:cNvSpPr>
            <a:spLocks noGrp="1" noChangeArrowheads="1"/>
          </p:cNvSpPr>
          <p:nvPr>
            <p:ph type="ftr" sz="quarter" idx="11"/>
          </p:nvPr>
        </p:nvSpPr>
        <p:spPr/>
        <p:txBody>
          <a:bodyPr/>
          <a:lstStyle>
            <a:lvl1pPr>
              <a:defRPr/>
            </a:lvl1pPr>
          </a:lstStyle>
          <a:p>
            <a:pPr>
              <a:defRPr/>
            </a:pPr>
            <a:endParaRPr lang="en-US" altLang="fr-FR"/>
          </a:p>
        </p:txBody>
      </p:sp>
      <p:sp>
        <p:nvSpPr>
          <p:cNvPr id="4" name="Rectangle 13"/>
          <p:cNvSpPr>
            <a:spLocks noGrp="1" noChangeArrowheads="1"/>
          </p:cNvSpPr>
          <p:nvPr>
            <p:ph type="sldNum" sz="quarter" idx="12"/>
          </p:nvPr>
        </p:nvSpPr>
        <p:spPr/>
        <p:txBody>
          <a:bodyPr/>
          <a:lstStyle>
            <a:lvl1pPr>
              <a:defRPr/>
            </a:lvl1pPr>
          </a:lstStyle>
          <a:p>
            <a:fld id="{7611026D-9B16-4318-B15F-6B5E3FF91B7C}" type="slidenum">
              <a:rPr lang="en-US" altLang="fr-FR"/>
              <a:t>‹#›</a:t>
            </a:fld>
            <a:endParaRPr lang="en-US" alt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fr-F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p:txBody>
          <a:bodyPr/>
          <a:lstStyle>
            <a:lvl1pPr>
              <a:defRPr/>
            </a:lvl1pPr>
          </a:lstStyle>
          <a:p>
            <a:pPr>
              <a:defRPr/>
            </a:pPr>
            <a:endParaRPr lang="en-US" altLang="fr-FR"/>
          </a:p>
        </p:txBody>
      </p:sp>
      <p:sp>
        <p:nvSpPr>
          <p:cNvPr id="6" name="Rectangle 12"/>
          <p:cNvSpPr>
            <a:spLocks noGrp="1" noChangeArrowheads="1"/>
          </p:cNvSpPr>
          <p:nvPr>
            <p:ph type="ftr" sz="quarter" idx="11"/>
          </p:nvPr>
        </p:nvSpPr>
        <p:spPr/>
        <p:txBody>
          <a:bodyPr/>
          <a:lstStyle>
            <a:lvl1pPr>
              <a:defRPr/>
            </a:lvl1pPr>
          </a:lstStyle>
          <a:p>
            <a:pPr>
              <a:defRPr/>
            </a:pPr>
            <a:endParaRPr lang="en-US" altLang="fr-FR"/>
          </a:p>
        </p:txBody>
      </p:sp>
      <p:sp>
        <p:nvSpPr>
          <p:cNvPr id="7" name="Rectangle 13"/>
          <p:cNvSpPr>
            <a:spLocks noGrp="1" noChangeArrowheads="1"/>
          </p:cNvSpPr>
          <p:nvPr>
            <p:ph type="sldNum" sz="quarter" idx="12"/>
          </p:nvPr>
        </p:nvSpPr>
        <p:spPr/>
        <p:txBody>
          <a:bodyPr/>
          <a:lstStyle>
            <a:lvl1pPr>
              <a:defRPr/>
            </a:lvl1pPr>
          </a:lstStyle>
          <a:p>
            <a:fld id="{3830CB86-48A3-4ED8-AB38-AED12FE8EF2A}" type="slidenum">
              <a:rPr lang="en-US" altLang="fr-FR"/>
              <a:t>‹#›</a:t>
            </a:fld>
            <a:endParaRPr lang="en-US" alt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fr-F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p:txBody>
          <a:bodyPr/>
          <a:lstStyle>
            <a:lvl1pPr>
              <a:defRPr/>
            </a:lvl1pPr>
          </a:lstStyle>
          <a:p>
            <a:pPr>
              <a:defRPr/>
            </a:pPr>
            <a:endParaRPr lang="en-US" altLang="fr-FR"/>
          </a:p>
        </p:txBody>
      </p:sp>
      <p:sp>
        <p:nvSpPr>
          <p:cNvPr id="6" name="Rectangle 12"/>
          <p:cNvSpPr>
            <a:spLocks noGrp="1" noChangeArrowheads="1"/>
          </p:cNvSpPr>
          <p:nvPr>
            <p:ph type="ftr" sz="quarter" idx="11"/>
          </p:nvPr>
        </p:nvSpPr>
        <p:spPr/>
        <p:txBody>
          <a:bodyPr/>
          <a:lstStyle>
            <a:lvl1pPr>
              <a:defRPr/>
            </a:lvl1pPr>
          </a:lstStyle>
          <a:p>
            <a:pPr>
              <a:defRPr/>
            </a:pPr>
            <a:endParaRPr lang="en-US" altLang="fr-FR"/>
          </a:p>
        </p:txBody>
      </p:sp>
      <p:sp>
        <p:nvSpPr>
          <p:cNvPr id="7" name="Rectangle 13"/>
          <p:cNvSpPr>
            <a:spLocks noGrp="1" noChangeArrowheads="1"/>
          </p:cNvSpPr>
          <p:nvPr>
            <p:ph type="sldNum" sz="quarter" idx="12"/>
          </p:nvPr>
        </p:nvSpPr>
        <p:spPr/>
        <p:txBody>
          <a:bodyPr/>
          <a:lstStyle>
            <a:lvl1pPr>
              <a:defRPr/>
            </a:lvl1pPr>
          </a:lstStyle>
          <a:p>
            <a:fld id="{4CB77966-0AB1-4942-8446-FDC682486BE0}" type="slidenum">
              <a:rPr lang="en-US" altLang="fr-FR"/>
              <a:t>‹#›</a:t>
            </a:fld>
            <a:endParaRPr lang="en-US" alt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11"/>
          <p:cNvSpPr>
            <a:spLocks noGrp="1" noChangeArrowheads="1"/>
          </p:cNvSpPr>
          <p:nvPr>
            <p:ph type="dt" sz="half" idx="10"/>
          </p:nvPr>
        </p:nvSpPr>
        <p:spPr/>
        <p:txBody>
          <a:bodyPr/>
          <a:lstStyle>
            <a:lvl1pPr>
              <a:defRPr/>
            </a:lvl1pPr>
          </a:lstStyle>
          <a:p>
            <a:pPr>
              <a:defRPr/>
            </a:pPr>
            <a:endParaRPr lang="en-US" altLang="fr-FR"/>
          </a:p>
        </p:txBody>
      </p:sp>
      <p:sp>
        <p:nvSpPr>
          <p:cNvPr id="5" name="Rectangle 12"/>
          <p:cNvSpPr>
            <a:spLocks noGrp="1" noChangeArrowheads="1"/>
          </p:cNvSpPr>
          <p:nvPr>
            <p:ph type="ftr" sz="quarter" idx="11"/>
          </p:nvPr>
        </p:nvSpPr>
        <p:spPr/>
        <p:txBody>
          <a:bodyPr/>
          <a:lstStyle>
            <a:lvl1pPr>
              <a:defRPr/>
            </a:lvl1pPr>
          </a:lstStyle>
          <a:p>
            <a:pPr>
              <a:defRPr/>
            </a:pPr>
            <a:endParaRPr lang="en-US" altLang="fr-FR"/>
          </a:p>
        </p:txBody>
      </p:sp>
      <p:sp>
        <p:nvSpPr>
          <p:cNvPr id="6" name="Rectangle 13"/>
          <p:cNvSpPr>
            <a:spLocks noGrp="1" noChangeArrowheads="1"/>
          </p:cNvSpPr>
          <p:nvPr>
            <p:ph type="sldNum" sz="quarter" idx="12"/>
          </p:nvPr>
        </p:nvSpPr>
        <p:spPr/>
        <p:txBody>
          <a:bodyPr/>
          <a:lstStyle>
            <a:lvl1pPr>
              <a:defRPr/>
            </a:lvl1pPr>
          </a:lstStyle>
          <a:p>
            <a:fld id="{9B4D4064-873C-4545-9BB8-F48757730DD9}" type="slidenum">
              <a:rPr lang="en-US" altLang="fr-FR"/>
              <a:t>‹#›</a:t>
            </a:fld>
            <a:endParaRPr lang="en-US" alt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a:t>Click to edit Master title style</a:t>
            </a:r>
            <a:endParaRPr lang="fr-FR"/>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11"/>
          <p:cNvSpPr>
            <a:spLocks noGrp="1" noChangeArrowheads="1"/>
          </p:cNvSpPr>
          <p:nvPr>
            <p:ph type="dt" sz="half" idx="10"/>
          </p:nvPr>
        </p:nvSpPr>
        <p:spPr/>
        <p:txBody>
          <a:bodyPr/>
          <a:lstStyle>
            <a:lvl1pPr>
              <a:defRPr/>
            </a:lvl1pPr>
          </a:lstStyle>
          <a:p>
            <a:pPr>
              <a:defRPr/>
            </a:pPr>
            <a:endParaRPr lang="en-US" altLang="fr-FR"/>
          </a:p>
        </p:txBody>
      </p:sp>
      <p:sp>
        <p:nvSpPr>
          <p:cNvPr id="5" name="Rectangle 12"/>
          <p:cNvSpPr>
            <a:spLocks noGrp="1" noChangeArrowheads="1"/>
          </p:cNvSpPr>
          <p:nvPr>
            <p:ph type="ftr" sz="quarter" idx="11"/>
          </p:nvPr>
        </p:nvSpPr>
        <p:spPr/>
        <p:txBody>
          <a:bodyPr/>
          <a:lstStyle>
            <a:lvl1pPr>
              <a:defRPr/>
            </a:lvl1pPr>
          </a:lstStyle>
          <a:p>
            <a:pPr>
              <a:defRPr/>
            </a:pPr>
            <a:endParaRPr lang="en-US" altLang="fr-FR"/>
          </a:p>
        </p:txBody>
      </p:sp>
      <p:sp>
        <p:nvSpPr>
          <p:cNvPr id="6" name="Rectangle 13"/>
          <p:cNvSpPr>
            <a:spLocks noGrp="1" noChangeArrowheads="1"/>
          </p:cNvSpPr>
          <p:nvPr>
            <p:ph type="sldNum" sz="quarter" idx="12"/>
          </p:nvPr>
        </p:nvSpPr>
        <p:spPr/>
        <p:txBody>
          <a:bodyPr/>
          <a:lstStyle>
            <a:lvl1pPr>
              <a:defRPr/>
            </a:lvl1pPr>
          </a:lstStyle>
          <a:p>
            <a:fld id="{614C5AA7-A63B-4289-9DAD-935124531287}" type="slidenum">
              <a:rPr lang="en-US" altLang="fr-FR"/>
              <a:t>‹#›</a:t>
            </a:fld>
            <a:endParaRPr lang="en-US" alt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762000" y="762000"/>
            <a:ext cx="7924800" cy="5324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3" name="Rectangle 11"/>
          <p:cNvSpPr>
            <a:spLocks noGrp="1" noChangeArrowheads="1"/>
          </p:cNvSpPr>
          <p:nvPr>
            <p:ph type="dt" sz="half" idx="10"/>
          </p:nvPr>
        </p:nvSpPr>
        <p:spPr/>
        <p:txBody>
          <a:bodyPr/>
          <a:lstStyle>
            <a:lvl1pPr>
              <a:defRPr/>
            </a:lvl1pPr>
          </a:lstStyle>
          <a:p>
            <a:pPr>
              <a:defRPr/>
            </a:pPr>
            <a:endParaRPr lang="en-US" altLang="fr-FR"/>
          </a:p>
        </p:txBody>
      </p:sp>
      <p:sp>
        <p:nvSpPr>
          <p:cNvPr id="4" name="Rectangle 12"/>
          <p:cNvSpPr>
            <a:spLocks noGrp="1" noChangeArrowheads="1"/>
          </p:cNvSpPr>
          <p:nvPr>
            <p:ph type="ftr" sz="quarter" idx="11"/>
          </p:nvPr>
        </p:nvSpPr>
        <p:spPr/>
        <p:txBody>
          <a:bodyPr/>
          <a:lstStyle>
            <a:lvl1pPr>
              <a:defRPr/>
            </a:lvl1pPr>
          </a:lstStyle>
          <a:p>
            <a:pPr>
              <a:defRPr/>
            </a:pPr>
            <a:endParaRPr lang="en-US" altLang="fr-FR"/>
          </a:p>
        </p:txBody>
      </p:sp>
      <p:sp>
        <p:nvSpPr>
          <p:cNvPr id="5" name="Rectangle 13"/>
          <p:cNvSpPr>
            <a:spLocks noGrp="1" noChangeArrowheads="1"/>
          </p:cNvSpPr>
          <p:nvPr>
            <p:ph type="sldNum" sz="quarter" idx="12"/>
          </p:nvPr>
        </p:nvSpPr>
        <p:spPr/>
        <p:txBody>
          <a:bodyPr/>
          <a:lstStyle>
            <a:lvl1pPr>
              <a:defRPr/>
            </a:lvl1pPr>
          </a:lstStyle>
          <a:p>
            <a:fld id="{7F78217A-E3C3-4DAA-B3D7-B046F47BE721}" type="slidenum">
              <a:rPr lang="en-US" altLang="fr-FR"/>
              <a:t>‹#›</a:t>
            </a:fld>
            <a:endParaRPr lang="en-US" alt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endParaRPr lang="fr-FR"/>
          </a:p>
        </p:txBody>
      </p:sp>
      <p:sp>
        <p:nvSpPr>
          <p:cNvPr id="3" name="Text Placeholder 2"/>
          <p:cNvSpPr>
            <a:spLocks noGrp="1"/>
          </p:cNvSpPr>
          <p:nvPr>
            <p:ph type="body"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Content Placeholder 4"/>
          <p:cNvSpPr>
            <a:spLocks noGrp="1"/>
          </p:cNvSpPr>
          <p:nvPr>
            <p:ph sz="quarter" idx="3"/>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11"/>
          <p:cNvSpPr>
            <a:spLocks noGrp="1" noChangeArrowheads="1"/>
          </p:cNvSpPr>
          <p:nvPr>
            <p:ph type="dt" sz="half" idx="10"/>
          </p:nvPr>
        </p:nvSpPr>
        <p:spPr/>
        <p:txBody>
          <a:bodyPr/>
          <a:lstStyle>
            <a:lvl1pPr>
              <a:defRPr/>
            </a:lvl1pPr>
          </a:lstStyle>
          <a:p>
            <a:pPr>
              <a:defRPr/>
            </a:pPr>
            <a:endParaRPr lang="en-US" altLang="fr-FR"/>
          </a:p>
        </p:txBody>
      </p:sp>
      <p:sp>
        <p:nvSpPr>
          <p:cNvPr id="7" name="Rectangle 12"/>
          <p:cNvSpPr>
            <a:spLocks noGrp="1" noChangeArrowheads="1"/>
          </p:cNvSpPr>
          <p:nvPr>
            <p:ph type="ftr" sz="quarter" idx="11"/>
          </p:nvPr>
        </p:nvSpPr>
        <p:spPr/>
        <p:txBody>
          <a:bodyPr/>
          <a:lstStyle>
            <a:lvl1pPr>
              <a:defRPr/>
            </a:lvl1pPr>
          </a:lstStyle>
          <a:p>
            <a:pPr>
              <a:defRPr/>
            </a:pPr>
            <a:endParaRPr lang="en-US" altLang="fr-FR"/>
          </a:p>
        </p:txBody>
      </p:sp>
      <p:sp>
        <p:nvSpPr>
          <p:cNvPr id="8" name="Rectangle 13"/>
          <p:cNvSpPr>
            <a:spLocks noGrp="1" noChangeArrowheads="1"/>
          </p:cNvSpPr>
          <p:nvPr>
            <p:ph type="sldNum" sz="quarter" idx="12"/>
          </p:nvPr>
        </p:nvSpPr>
        <p:spPr/>
        <p:txBody>
          <a:bodyPr/>
          <a:lstStyle>
            <a:lvl1pPr>
              <a:defRPr/>
            </a:lvl1pPr>
          </a:lstStyle>
          <a:p>
            <a:fld id="{F1E103CB-4FD7-4C41-AE20-8361A167FC97}" type="slidenum">
              <a:rPr lang="en-US" altLang="fr-FR"/>
              <a:t>‹#›</a:t>
            </a:fld>
            <a:endParaRPr lang="en-US" alt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endParaRPr lang="fr-FR"/>
          </a:p>
        </p:txBody>
      </p:sp>
      <p:sp>
        <p:nvSpPr>
          <p:cNvPr id="3" name="Text Placeholder 2"/>
          <p:cNvSpPr>
            <a:spLocks noGrp="1"/>
          </p:cNvSpPr>
          <p:nvPr>
            <p:ph type="body"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4760913" y="2362200"/>
            <a:ext cx="3770312"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11"/>
          <p:cNvSpPr>
            <a:spLocks noGrp="1" noChangeArrowheads="1"/>
          </p:cNvSpPr>
          <p:nvPr>
            <p:ph type="dt" sz="half" idx="10"/>
          </p:nvPr>
        </p:nvSpPr>
        <p:spPr/>
        <p:txBody>
          <a:bodyPr/>
          <a:lstStyle>
            <a:lvl1pPr>
              <a:defRPr/>
            </a:lvl1pPr>
          </a:lstStyle>
          <a:p>
            <a:pPr>
              <a:defRPr/>
            </a:pPr>
            <a:endParaRPr lang="en-US" altLang="fr-FR"/>
          </a:p>
        </p:txBody>
      </p:sp>
      <p:sp>
        <p:nvSpPr>
          <p:cNvPr id="6" name="Rectangle 12"/>
          <p:cNvSpPr>
            <a:spLocks noGrp="1" noChangeArrowheads="1"/>
          </p:cNvSpPr>
          <p:nvPr>
            <p:ph type="ftr" sz="quarter" idx="11"/>
          </p:nvPr>
        </p:nvSpPr>
        <p:spPr/>
        <p:txBody>
          <a:bodyPr/>
          <a:lstStyle>
            <a:lvl1pPr>
              <a:defRPr/>
            </a:lvl1pPr>
          </a:lstStyle>
          <a:p>
            <a:pPr>
              <a:defRPr/>
            </a:pPr>
            <a:endParaRPr lang="en-US" altLang="fr-FR"/>
          </a:p>
        </p:txBody>
      </p:sp>
      <p:sp>
        <p:nvSpPr>
          <p:cNvPr id="7" name="Rectangle 13"/>
          <p:cNvSpPr>
            <a:spLocks noGrp="1" noChangeArrowheads="1"/>
          </p:cNvSpPr>
          <p:nvPr>
            <p:ph type="sldNum" sz="quarter" idx="12"/>
          </p:nvPr>
        </p:nvSpPr>
        <p:spPr/>
        <p:txBody>
          <a:bodyPr/>
          <a:lstStyle>
            <a:lvl1pPr>
              <a:defRPr/>
            </a:lvl1pPr>
          </a:lstStyle>
          <a:p>
            <a:fld id="{3F8BB98A-E231-4739-9564-DBAA72209DC1}" type="slidenum">
              <a:rPr lang="en-US" altLang="fr-FR"/>
              <a:t>‹#›</a:t>
            </a:fld>
            <a:endParaRPr lang="en-US" alt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762000" y="762000"/>
            <a:ext cx="7924800" cy="1143000"/>
          </a:xfrm>
        </p:spPr>
        <p:txBody>
          <a:bodyPr/>
          <a:lstStyle/>
          <a:p>
            <a:r>
              <a:rPr lang="en-US"/>
              <a:t>Click to edit Master title style</a:t>
            </a:r>
            <a:endParaRPr lang="fr-FR"/>
          </a:p>
        </p:txBody>
      </p:sp>
      <p:sp>
        <p:nvSpPr>
          <p:cNvPr id="3" name="Content Placeholder 2"/>
          <p:cNvSpPr>
            <a:spLocks noGrp="1"/>
          </p:cNvSpPr>
          <p:nvPr>
            <p:ph sz="quarter" idx="1"/>
          </p:nvPr>
        </p:nvSpPr>
        <p:spPr>
          <a:xfrm>
            <a:off x="838200" y="2362200"/>
            <a:ext cx="377031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Content Placeholder 4"/>
          <p:cNvSpPr>
            <a:spLocks noGrp="1"/>
          </p:cNvSpPr>
          <p:nvPr>
            <p:ph sz="quarter" idx="3"/>
          </p:nvPr>
        </p:nvSpPr>
        <p:spPr>
          <a:xfrm>
            <a:off x="838200" y="4300538"/>
            <a:ext cx="377031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Content Placeholder 5"/>
          <p:cNvSpPr>
            <a:spLocks noGrp="1"/>
          </p:cNvSpPr>
          <p:nvPr>
            <p:ph sz="quarter" idx="4"/>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Rectangle 11"/>
          <p:cNvSpPr>
            <a:spLocks noGrp="1" noChangeArrowheads="1"/>
          </p:cNvSpPr>
          <p:nvPr>
            <p:ph type="dt" sz="half" idx="10"/>
          </p:nvPr>
        </p:nvSpPr>
        <p:spPr/>
        <p:txBody>
          <a:bodyPr/>
          <a:lstStyle>
            <a:lvl1pPr>
              <a:defRPr/>
            </a:lvl1pPr>
          </a:lstStyle>
          <a:p>
            <a:pPr>
              <a:defRPr/>
            </a:pPr>
            <a:endParaRPr lang="en-US" altLang="fr-FR"/>
          </a:p>
        </p:txBody>
      </p:sp>
      <p:sp>
        <p:nvSpPr>
          <p:cNvPr id="8" name="Rectangle 12"/>
          <p:cNvSpPr>
            <a:spLocks noGrp="1" noChangeArrowheads="1"/>
          </p:cNvSpPr>
          <p:nvPr>
            <p:ph type="ftr" sz="quarter" idx="11"/>
          </p:nvPr>
        </p:nvSpPr>
        <p:spPr/>
        <p:txBody>
          <a:bodyPr/>
          <a:lstStyle>
            <a:lvl1pPr>
              <a:defRPr/>
            </a:lvl1pPr>
          </a:lstStyle>
          <a:p>
            <a:pPr>
              <a:defRPr/>
            </a:pPr>
            <a:endParaRPr lang="en-US" altLang="fr-FR"/>
          </a:p>
        </p:txBody>
      </p:sp>
      <p:sp>
        <p:nvSpPr>
          <p:cNvPr id="9" name="Rectangle 13"/>
          <p:cNvSpPr>
            <a:spLocks noGrp="1" noChangeArrowheads="1"/>
          </p:cNvSpPr>
          <p:nvPr>
            <p:ph type="sldNum" sz="quarter" idx="12"/>
          </p:nvPr>
        </p:nvSpPr>
        <p:spPr/>
        <p:txBody>
          <a:bodyPr/>
          <a:lstStyle>
            <a:lvl1pPr>
              <a:defRPr/>
            </a:lvl1pPr>
          </a:lstStyle>
          <a:p>
            <a:fld id="{DE4396D6-0564-4665-A21A-F9C62BEB9F46}" type="slidenum">
              <a:rPr lang="en-US" altLang="fr-FR"/>
              <a:t>‹#›</a:t>
            </a:fld>
            <a:endParaRPr lang="en-US" alt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bwMode="auto">
          <a:xfrm>
            <a:off x="0" y="0"/>
            <a:ext cx="7620000" cy="6858000"/>
            <a:chOff x="0" y="0"/>
            <a:chExt cx="4800" cy="4320"/>
          </a:xfrm>
        </p:grpSpPr>
        <p:grpSp>
          <p:nvGrpSpPr>
            <p:cNvPr id="1032" name="Group 3"/>
            <p:cNvGrpSpPr/>
            <p:nvPr userDrawn="1"/>
          </p:nvGrpSpPr>
          <p:grpSpPr bwMode="auto">
            <a:xfrm>
              <a:off x="0" y="0"/>
              <a:ext cx="2016" cy="4320"/>
              <a:chOff x="0" y="0"/>
              <a:chExt cx="2016" cy="4320"/>
            </a:xfrm>
          </p:grpSpPr>
          <p:sp>
            <p:nvSpPr>
              <p:cNvPr id="1036" name="Rectangle 4"/>
              <p:cNvSpPr>
                <a:spLocks noChangeArrowheads="1"/>
              </p:cNvSpPr>
              <p:nvPr userDrawn="1"/>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fr-FR" altLang="fr-FR"/>
              </a:p>
            </p:txBody>
          </p:sp>
          <p:sp>
            <p:nvSpPr>
              <p:cNvPr id="1037" name="Freeform 5"/>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033" name="Group 6"/>
            <p:cNvGrpSpPr/>
            <p:nvPr/>
          </p:nvGrpSpPr>
          <p:grpSpPr bwMode="auto">
            <a:xfrm>
              <a:off x="144" y="1248"/>
              <a:ext cx="4656" cy="201"/>
              <a:chOff x="144" y="1248"/>
              <a:chExt cx="4656" cy="201"/>
            </a:xfrm>
          </p:grpSpPr>
          <p:sp>
            <p:nvSpPr>
              <p:cNvPr id="1034" name="AutoShape 7"/>
              <p:cNvSpPr>
                <a:spLocks noChangeArrowheads="1"/>
              </p:cNvSpPr>
              <p:nvPr/>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fr-FR" altLang="fr-FR"/>
              </a:p>
            </p:txBody>
          </p:sp>
          <p:sp>
            <p:nvSpPr>
              <p:cNvPr id="1035" name="AutoShape 8"/>
              <p:cNvSpPr>
                <a:spLocks noChangeArrowheads="1"/>
              </p:cNvSpPr>
              <p:nvPr/>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fr-FR" altLang="fr-FR"/>
              </a:p>
            </p:txBody>
          </p:sp>
        </p:grpSp>
      </p:grpSp>
      <p:sp>
        <p:nvSpPr>
          <p:cNvPr id="1027"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fr-FR"/>
              <a:t>Click to edit Master title style</a:t>
            </a:r>
          </a:p>
        </p:txBody>
      </p:sp>
      <p:sp>
        <p:nvSpPr>
          <p:cNvPr id="1028" name="Rectangle 10"/>
          <p:cNvSpPr>
            <a:spLocks noGrp="1" noChangeArrowheads="1"/>
          </p:cNvSpPr>
          <p:nvPr>
            <p:ph type="body" idx="1"/>
          </p:nvPr>
        </p:nvSpPr>
        <p:spPr bwMode="auto">
          <a:xfrm>
            <a:off x="838200" y="2362200"/>
            <a:ext cx="76930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66571" name="Rectangle 11"/>
          <p:cNvSpPr>
            <a:spLocks noGrp="1" noChangeArrowheads="1"/>
          </p:cNvSpPr>
          <p:nvPr>
            <p:ph type="dt" sz="half" idx="2"/>
          </p:nvPr>
        </p:nvSpPr>
        <p:spPr bwMode="auto">
          <a:xfrm>
            <a:off x="2438400" y="6248400"/>
            <a:ext cx="2130425"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vl1pPr>
          </a:lstStyle>
          <a:p>
            <a:pPr>
              <a:defRPr/>
            </a:pPr>
            <a:endParaRPr lang="en-US" altLang="fr-FR"/>
          </a:p>
        </p:txBody>
      </p:sp>
      <p:sp>
        <p:nvSpPr>
          <p:cNvPr id="66572" name="Rectangle 12"/>
          <p:cNvSpPr>
            <a:spLocks noGrp="1" noChangeArrowheads="1"/>
          </p:cNvSpPr>
          <p:nvPr>
            <p:ph type="ftr" sz="quarter" idx="3"/>
          </p:nvPr>
        </p:nvSpPr>
        <p:spPr bwMode="auto">
          <a:xfrm>
            <a:off x="5791200" y="6248400"/>
            <a:ext cx="2897188"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vl1pPr>
          </a:lstStyle>
          <a:p>
            <a:pPr>
              <a:defRPr/>
            </a:pPr>
            <a:endParaRPr lang="en-US" altLang="fr-FR"/>
          </a:p>
        </p:txBody>
      </p:sp>
      <p:sp>
        <p:nvSpPr>
          <p:cNvPr id="66573" name="Rectangle 13"/>
          <p:cNvSpPr>
            <a:spLocks noGrp="1" noChangeArrowheads="1"/>
          </p:cNvSpPr>
          <p:nvPr>
            <p:ph type="sldNum" sz="quarter" idx="4"/>
          </p:nvPr>
        </p:nvSpPr>
        <p:spPr bwMode="auto">
          <a:xfrm>
            <a:off x="84138" y="62420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lstStyle>
            <a:lvl1pPr eaLnBrk="1" hangingPunct="1">
              <a:defRPr sz="2600" b="1">
                <a:solidFill>
                  <a:schemeClr val="bg1"/>
                </a:solidFill>
              </a:defRPr>
            </a:lvl1pPr>
          </a:lstStyle>
          <a:p>
            <a:fld id="{6DD5DCCC-DCFB-4D32-82F3-562DB0F81F58}" type="slidenum">
              <a:rPr lang="en-US" altLang="fr-FR"/>
              <a:t>‹#›</a:t>
            </a:fld>
            <a:endParaRPr lang="en-US" alt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rtl="0" eaLnBrk="0" fontAlgn="base" hangingPunct="0">
        <a:lnSpc>
          <a:spcPct val="90000"/>
        </a:lnSpc>
        <a:spcBef>
          <a:spcPct val="0"/>
        </a:spcBef>
        <a:spcAft>
          <a:spcPct val="0"/>
        </a:spcAft>
        <a:defRPr sz="3600" b="1" kern="1200">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3600" b="1">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3600" b="1">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3600" b="1">
          <a:solidFill>
            <a:schemeClr val="tx2"/>
          </a:solidFill>
          <a:latin typeface="Arial" panose="020B0604020202020204" pitchFamily="34" charset="0"/>
        </a:defRPr>
      </a:lvl5pPr>
      <a:lvl6pPr marL="457200" algn="l" rtl="0" fontAlgn="base">
        <a:lnSpc>
          <a:spcPct val="90000"/>
        </a:lnSpc>
        <a:spcBef>
          <a:spcPct val="0"/>
        </a:spcBef>
        <a:spcAft>
          <a:spcPct val="0"/>
        </a:spcAft>
        <a:defRPr sz="3600" b="1">
          <a:solidFill>
            <a:schemeClr val="tx2"/>
          </a:solidFill>
          <a:latin typeface="Arial" panose="020B0604020202020204" pitchFamily="34" charset="0"/>
        </a:defRPr>
      </a:lvl6pPr>
      <a:lvl7pPr marL="914400" algn="l" rtl="0" fontAlgn="base">
        <a:lnSpc>
          <a:spcPct val="90000"/>
        </a:lnSpc>
        <a:spcBef>
          <a:spcPct val="0"/>
        </a:spcBef>
        <a:spcAft>
          <a:spcPct val="0"/>
        </a:spcAft>
        <a:defRPr sz="3600" b="1">
          <a:solidFill>
            <a:schemeClr val="tx2"/>
          </a:solidFill>
          <a:latin typeface="Arial" panose="020B0604020202020204" pitchFamily="34" charset="0"/>
        </a:defRPr>
      </a:lvl7pPr>
      <a:lvl8pPr marL="1371600" algn="l" rtl="0" fontAlgn="base">
        <a:lnSpc>
          <a:spcPct val="90000"/>
        </a:lnSpc>
        <a:spcBef>
          <a:spcPct val="0"/>
        </a:spcBef>
        <a:spcAft>
          <a:spcPct val="0"/>
        </a:spcAft>
        <a:defRPr sz="3600" b="1">
          <a:solidFill>
            <a:schemeClr val="tx2"/>
          </a:solidFill>
          <a:latin typeface="Arial" panose="020B0604020202020204" pitchFamily="34" charset="0"/>
        </a:defRPr>
      </a:lvl8pPr>
      <a:lvl9pPr marL="1828800" algn="l" rtl="0" fontAlgn="base">
        <a:lnSpc>
          <a:spcPct val="90000"/>
        </a:lnSpc>
        <a:spcBef>
          <a:spcPct val="0"/>
        </a:spcBef>
        <a:spcAft>
          <a:spcPct val="0"/>
        </a:spcAft>
        <a:defRPr sz="36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8000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46.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slide" Target="slide5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34" name="Group 7"/>
          <p:cNvGrpSpPr/>
          <p:nvPr/>
        </p:nvGrpSpPr>
        <p:grpSpPr bwMode="auto">
          <a:xfrm>
            <a:off x="1069975" y="304800"/>
            <a:ext cx="7616825" cy="1509713"/>
            <a:chOff x="1069679" y="760998"/>
            <a:chExt cx="7617124" cy="1509623"/>
          </a:xfrm>
        </p:grpSpPr>
        <p:sp>
          <p:nvSpPr>
            <p:cNvPr id="5" name="Rectangle 4"/>
            <p:cNvSpPr/>
            <p:nvPr/>
          </p:nvSpPr>
          <p:spPr>
            <a:xfrm>
              <a:off x="1069679" y="760998"/>
              <a:ext cx="7617124" cy="1509623"/>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6" name="Rectangle 5"/>
            <p:cNvSpPr/>
            <p:nvPr/>
          </p:nvSpPr>
          <p:spPr>
            <a:xfrm>
              <a:off x="1069679" y="845131"/>
              <a:ext cx="5719988" cy="90482"/>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Rectangle 6"/>
            <p:cNvSpPr/>
            <p:nvPr/>
          </p:nvSpPr>
          <p:spPr>
            <a:xfrm>
              <a:off x="2966816" y="2102356"/>
              <a:ext cx="5719987" cy="88895"/>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grpSp>
      <p:pic>
        <p:nvPicPr>
          <p:cNvPr id="18435" name="Picture 8"/>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4309" y="0"/>
            <a:ext cx="9731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1057955" y="612756"/>
            <a:ext cx="7696200" cy="954107"/>
          </a:xfrm>
          <a:prstGeom prst="rect">
            <a:avLst/>
          </a:prstGeom>
          <a:noFill/>
        </p:spPr>
        <p:txBody>
          <a:bodyPr wrap="square">
            <a:spAutoFit/>
          </a:bodyPr>
          <a:lstStyle/>
          <a:p>
            <a:pPr lvl="0"/>
            <a:r>
              <a:rPr lang="en-US" sz="2800" b="1" dirty="0">
                <a:solidFill>
                  <a:srgbClr val="003366"/>
                </a:solidFill>
                <a:latin typeface="+mn-lt"/>
              </a:rPr>
              <a:t>When Knowledge Distillation meets AI for Securing Internet of Intrusion Detection Things</a:t>
            </a:r>
            <a:endParaRPr lang="en-US" sz="4000" dirty="0">
              <a:solidFill>
                <a:srgbClr val="003366"/>
              </a:solidFill>
              <a:latin typeface="+mn-lt"/>
            </a:endParaRPr>
          </a:p>
        </p:txBody>
      </p:sp>
      <p:sp>
        <p:nvSpPr>
          <p:cNvPr id="18" name="Rectangle 17"/>
          <p:cNvSpPr/>
          <p:nvPr/>
        </p:nvSpPr>
        <p:spPr>
          <a:xfrm>
            <a:off x="3153455" y="5769518"/>
            <a:ext cx="3505200" cy="929485"/>
          </a:xfrm>
          <a:prstGeom prst="rect">
            <a:avLst/>
          </a:prstGeom>
        </p:spPr>
        <p:txBody>
          <a:bodyPr wrap="square">
            <a:spAutoFit/>
          </a:bodyPr>
          <a:lstStyle/>
          <a:p>
            <a:pPr algn="ctr">
              <a:lnSpc>
                <a:spcPct val="80000"/>
              </a:lnSpc>
              <a:spcBef>
                <a:spcPts val="0"/>
              </a:spcBef>
              <a:defRPr/>
            </a:pPr>
            <a:r>
              <a:rPr lang="en-US" altLang="fr-FR" sz="2400" dirty="0" smtClean="0">
                <a:latin typeface="+mn-lt"/>
              </a:rPr>
              <a:t>Marianna </a:t>
            </a:r>
            <a:r>
              <a:rPr lang="en-US" altLang="fr-FR" sz="2400" dirty="0">
                <a:latin typeface="+mn-lt"/>
              </a:rPr>
              <a:t>Rezk</a:t>
            </a:r>
          </a:p>
          <a:p>
            <a:pPr algn="ctr">
              <a:lnSpc>
                <a:spcPct val="80000"/>
              </a:lnSpc>
              <a:spcBef>
                <a:spcPts val="0"/>
              </a:spcBef>
              <a:defRPr/>
            </a:pPr>
            <a:endParaRPr lang="en-US" altLang="fr-FR" sz="2400" dirty="0">
              <a:latin typeface="+mn-lt"/>
            </a:endParaRPr>
          </a:p>
          <a:p>
            <a:pPr algn="ctr">
              <a:lnSpc>
                <a:spcPct val="80000"/>
              </a:lnSpc>
              <a:spcBef>
                <a:spcPts val="0"/>
              </a:spcBef>
              <a:defRPr/>
            </a:pPr>
            <a:r>
              <a:rPr lang="en-US" altLang="fr-FR" sz="2000" dirty="0">
                <a:latin typeface="+mn-lt"/>
              </a:rPr>
              <a:t>November </a:t>
            </a:r>
            <a:r>
              <a:rPr lang="en-US" altLang="fr-FR" sz="2000" dirty="0" smtClean="0">
                <a:latin typeface="+mn-lt"/>
              </a:rPr>
              <a:t>9, </a:t>
            </a:r>
            <a:r>
              <a:rPr lang="en-US" altLang="fr-FR" sz="2000" dirty="0">
                <a:latin typeface="+mn-lt"/>
              </a:rPr>
              <a:t>2024</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829" y="5181600"/>
            <a:ext cx="1621971" cy="1621971"/>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91797" y="2001203"/>
            <a:ext cx="3628516" cy="362851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a:p>
        </p:txBody>
      </p:sp>
      <p:sp>
        <p:nvSpPr>
          <p:cNvPr id="3" name="Title 2"/>
          <p:cNvSpPr>
            <a:spLocks noGrp="1"/>
          </p:cNvSpPr>
          <p:nvPr>
            <p:ph type="ctrTitle" sz="quarter"/>
          </p:nvPr>
        </p:nvSpPr>
        <p:spPr/>
        <p:txBody>
          <a:bodyPr/>
          <a:lstStyle/>
          <a:p>
            <a:endParaRPr/>
          </a:p>
        </p:txBody>
      </p:sp>
      <p:sp>
        <p:nvSpPr>
          <p:cNvPr id="4" name="TextBox 3"/>
          <p:cNvSpPr txBox="1"/>
          <p:nvPr/>
        </p:nvSpPr>
        <p:spPr>
          <a:xfrm>
            <a:off x="594360" y="320040"/>
            <a:ext cx="7955279" cy="640080"/>
          </a:xfrm>
          <a:prstGeom prst="rect">
            <a:avLst/>
          </a:prstGeom>
          <a:noFill/>
        </p:spPr>
        <p:txBody>
          <a:bodyPr wrap="none">
            <a:spAutoFit/>
          </a:bodyPr>
          <a:lstStyle/>
          <a:p>
            <a:r>
              <a:rPr sz="2600" b="1">
                <a:solidFill>
                  <a:srgbClr val="262832"/>
                </a:solidFill>
              </a:rPr>
              <a:t>Generated Engagement Question</a:t>
            </a:r>
          </a:p>
        </p:txBody>
      </p:sp>
      <p:sp>
        <p:nvSpPr>
          <p:cNvPr id="5" name="TextBox 4"/>
          <p:cNvSpPr txBox="1"/>
          <p:nvPr/>
        </p:nvSpPr>
        <p:spPr>
          <a:xfrm>
            <a:off x="621792" y="987552"/>
            <a:ext cx="7863840" cy="320040"/>
          </a:xfrm>
          <a:prstGeom prst="rect">
            <a:avLst/>
          </a:prstGeom>
          <a:noFill/>
        </p:spPr>
        <p:txBody>
          <a:bodyPr wrap="none">
            <a:spAutoFit/>
          </a:bodyPr>
          <a:lstStyle/>
          <a:p>
            <a:pPr>
              <a:defRPr sz="1100">
                <a:solidFill>
                  <a:srgbClr val="56606E"/>
                </a:solidFill>
              </a:defRPr>
            </a:pPr>
            <a:r>
              <a:t>When Knowledge Distillation meets AI for Securing Internet of Intrusion Detection Things</a:t>
            </a:r>
          </a:p>
        </p:txBody>
      </p:sp>
      <p:sp>
        <p:nvSpPr>
          <p:cNvPr id="6" name="TextBox 5"/>
          <p:cNvSpPr txBox="1"/>
          <p:nvPr/>
        </p:nvSpPr>
        <p:spPr>
          <a:xfrm>
            <a:off x="731520" y="1508760"/>
            <a:ext cx="7863840" cy="4389120"/>
          </a:xfrm>
          <a:prstGeom prst="rect">
            <a:avLst/>
          </a:prstGeom>
          <a:noFill/>
        </p:spPr>
        <p:txBody>
          <a:bodyPr wrap="square">
            <a:spAutoFit/>
          </a:bodyPr>
          <a:lstStyle/>
          <a:p>
            <a:pPr>
              <a:defRPr sz="1800" b="1">
                <a:solidFill>
                  <a:srgbClr val="373B46"/>
                </a:solidFill>
              </a:defRPr>
            </a:pPr>
            <a:r>
              <a:t>What is the main topic of this unit?</a:t>
            </a:r>
          </a:p>
          <a:p>
            <a:pPr lvl="1">
              <a:defRPr sz="1400">
                <a:solidFill>
                  <a:srgbClr val="484E5C"/>
                </a:solidFill>
              </a:defRPr>
            </a:pPr>
            <a:r>
              <a:t>- Knowledge Distillation</a:t>
            </a:r>
          </a:p>
          <a:p>
            <a:pPr lvl="1">
              <a:defRPr sz="1400">
                <a:solidFill>
                  <a:srgbClr val="484E5C"/>
                </a:solidFill>
              </a:defRPr>
            </a:pPr>
            <a:r>
              <a:t>- AI for Securing Internet of Things</a:t>
            </a:r>
          </a:p>
          <a:p>
            <a:pPr lvl="1">
              <a:defRPr sz="1400">
                <a:solidFill>
                  <a:srgbClr val="484E5C"/>
                </a:solidFill>
              </a:defRPr>
            </a:pPr>
            <a:r>
              <a:t>- Intrusion Detection</a:t>
            </a:r>
          </a:p>
          <a:p>
            <a:pPr lvl="1">
              <a:defRPr sz="1400">
                <a:solidFill>
                  <a:srgbClr val="484E5C"/>
                </a:solidFill>
              </a:defRPr>
            </a:pPr>
            <a:r>
              <a:t>- Data Security</a:t>
            </a:r>
          </a:p>
        </p:txBody>
      </p:sp>
      <p:sp>
        <p:nvSpPr>
          <p:cNvPr id="7" name="TextBox 6"/>
          <p:cNvSpPr txBox="1"/>
          <p:nvPr/>
        </p:nvSpPr>
        <p:spPr>
          <a:xfrm>
            <a:off x="548640" y="6263640"/>
            <a:ext cx="7863840" cy="320040"/>
          </a:xfrm>
          <a:prstGeom prst="rect">
            <a:avLst/>
          </a:prstGeom>
          <a:noFill/>
        </p:spPr>
        <p:txBody>
          <a:bodyPr wrap="none">
            <a:spAutoFit/>
          </a:bodyPr>
          <a:lstStyle/>
          <a:p>
            <a:pPr>
              <a:defRPr sz="1000"/>
            </a:pPr>
            <a:r>
              <a:t>Generated Engagement Question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Internet of Things: Introduction</a:t>
            </a:r>
          </a:p>
        </p:txBody>
      </p:sp>
      <p:sp>
        <p:nvSpPr>
          <p:cNvPr id="18" name="Rectangle 17"/>
          <p:cNvSpPr/>
          <p:nvPr/>
        </p:nvSpPr>
        <p:spPr>
          <a:xfrm>
            <a:off x="723900" y="1951424"/>
            <a:ext cx="4533900" cy="4785926"/>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0" i="0" dirty="0">
                <a:solidFill>
                  <a:srgbClr val="003366"/>
                </a:solidFill>
                <a:effectLst/>
                <a:latin typeface="+mn-lt"/>
              </a:rPr>
              <a:t>a network of physical devices, vehicles, appliances, and other physical objects that are embedded with sensors, software, and network connectivity, allowing them to collect and share data.</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dirty="0">
                <a:solidFill>
                  <a:srgbClr val="003366"/>
                </a:solidFill>
                <a:latin typeface="+mn-lt"/>
              </a:rPr>
              <a:t>This can include:</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dirty="0">
                <a:solidFill>
                  <a:srgbClr val="003366"/>
                </a:solidFill>
                <a:latin typeface="+mn-lt"/>
              </a:rPr>
              <a:t>monitoring environmental conditions in farms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dirty="0">
                <a:solidFill>
                  <a:srgbClr val="003366"/>
                </a:solidFill>
                <a:latin typeface="+mn-lt"/>
              </a:rPr>
              <a:t>managing traffic patterns with smart cars and other smart automotive devices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dirty="0">
                <a:solidFill>
                  <a:srgbClr val="003366"/>
                </a:solidFill>
                <a:latin typeface="+mn-lt"/>
              </a:rPr>
              <a:t>controlling machines and processes in factories </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dirty="0">
                <a:solidFill>
                  <a:srgbClr val="003366"/>
                </a:solidFill>
                <a:latin typeface="+mn-lt"/>
              </a:rPr>
              <a:t>tracking inventory and shipments in warehouses</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a:t>
            </a:fld>
            <a:endParaRPr lang="en-US" altLang="fr-FR" dirty="0"/>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3768" y="2438400"/>
            <a:ext cx="3255936" cy="316793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a:p>
        </p:txBody>
      </p:sp>
      <p:sp>
        <p:nvSpPr>
          <p:cNvPr id="4" name="TextBox 3"/>
          <p:cNvSpPr txBox="1"/>
          <p:nvPr/>
        </p:nvSpPr>
        <p:spPr>
          <a:xfrm>
            <a:off x="594360" y="320040"/>
            <a:ext cx="7955279" cy="640080"/>
          </a:xfrm>
          <a:prstGeom prst="rect">
            <a:avLst/>
          </a:prstGeom>
          <a:noFill/>
        </p:spPr>
        <p:txBody>
          <a:bodyPr wrap="none">
            <a:spAutoFit/>
          </a:bodyPr>
          <a:lstStyle/>
          <a:p>
            <a:r>
              <a:rPr sz="2600" b="1" dirty="0">
                <a:solidFill>
                  <a:srgbClr val="262832"/>
                </a:solidFill>
              </a:rPr>
              <a:t>Generated Engagement Question</a:t>
            </a:r>
          </a:p>
        </p:txBody>
      </p:sp>
      <p:sp>
        <p:nvSpPr>
          <p:cNvPr id="5" name="TextBox 4"/>
          <p:cNvSpPr txBox="1"/>
          <p:nvPr/>
        </p:nvSpPr>
        <p:spPr>
          <a:xfrm>
            <a:off x="621792" y="987552"/>
            <a:ext cx="7863840" cy="320040"/>
          </a:xfrm>
          <a:prstGeom prst="rect">
            <a:avLst/>
          </a:prstGeom>
          <a:noFill/>
        </p:spPr>
        <p:txBody>
          <a:bodyPr wrap="none">
            <a:spAutoFit/>
          </a:bodyPr>
          <a:lstStyle/>
          <a:p>
            <a:pPr>
              <a:defRPr sz="1100">
                <a:solidFill>
                  <a:srgbClr val="56606E"/>
                </a:solidFill>
              </a:defRPr>
            </a:pPr>
            <a:r>
              <a:t>Internet of Things: Introduction</a:t>
            </a:r>
          </a:p>
        </p:txBody>
      </p:sp>
      <p:sp>
        <p:nvSpPr>
          <p:cNvPr id="6" name="TextBox 5"/>
          <p:cNvSpPr txBox="1"/>
          <p:nvPr/>
        </p:nvSpPr>
        <p:spPr>
          <a:xfrm>
            <a:off x="822960" y="1335024"/>
            <a:ext cx="7863840" cy="4389120"/>
          </a:xfrm>
          <a:prstGeom prst="rect">
            <a:avLst/>
          </a:prstGeom>
          <a:noFill/>
        </p:spPr>
        <p:txBody>
          <a:bodyPr wrap="square">
            <a:spAutoFit/>
          </a:bodyPr>
          <a:lstStyle/>
          <a:p>
            <a:pPr>
              <a:defRPr sz="1800" b="1">
                <a:solidFill>
                  <a:srgbClr val="373B46"/>
                </a:solidFill>
              </a:defRPr>
            </a:pPr>
            <a:r>
              <a:rPr dirty="0"/>
              <a:t>What type of data can be collected and shared by the devices in an </a:t>
            </a:r>
            <a:r>
              <a:rPr dirty="0" err="1"/>
              <a:t>IoT</a:t>
            </a:r>
            <a:r>
              <a:rPr dirty="0"/>
              <a:t> network?</a:t>
            </a:r>
          </a:p>
          <a:p>
            <a:pPr lvl="1">
              <a:defRPr sz="1400">
                <a:solidFill>
                  <a:srgbClr val="484E5C"/>
                </a:solidFill>
              </a:defRPr>
            </a:pPr>
            <a:r>
              <a:rPr dirty="0"/>
              <a:t>- A. Only environmental conditions</a:t>
            </a:r>
          </a:p>
          <a:p>
            <a:pPr lvl="1">
              <a:defRPr sz="1400">
                <a:solidFill>
                  <a:srgbClr val="484E5C"/>
                </a:solidFill>
              </a:defRPr>
            </a:pPr>
            <a:r>
              <a:rPr dirty="0"/>
              <a:t>- B. Traffic patterns, inventory levels, and machine control signals</a:t>
            </a:r>
          </a:p>
          <a:p>
            <a:pPr lvl="1">
              <a:defRPr sz="1400">
                <a:solidFill>
                  <a:srgbClr val="484E5C"/>
                </a:solidFill>
              </a:defRPr>
            </a:pPr>
            <a:r>
              <a:rPr dirty="0"/>
              <a:t>- C. User-generated content and social media updates</a:t>
            </a:r>
          </a:p>
          <a:p>
            <a:pPr lvl="1">
              <a:defRPr sz="1400">
                <a:solidFill>
                  <a:srgbClr val="484E5C"/>
                </a:solidFill>
              </a:defRPr>
            </a:pPr>
            <a:r>
              <a:rPr dirty="0"/>
              <a:t>- D. Financial transactions and personal identification information</a:t>
            </a:r>
          </a:p>
        </p:txBody>
      </p:sp>
      <p:sp>
        <p:nvSpPr>
          <p:cNvPr id="7" name="TextBox 6"/>
          <p:cNvSpPr txBox="1"/>
          <p:nvPr/>
        </p:nvSpPr>
        <p:spPr>
          <a:xfrm>
            <a:off x="548640" y="6263640"/>
            <a:ext cx="7863840" cy="320040"/>
          </a:xfrm>
          <a:prstGeom prst="rect">
            <a:avLst/>
          </a:prstGeom>
          <a:noFill/>
        </p:spPr>
        <p:txBody>
          <a:bodyPr wrap="none">
            <a:spAutoFit/>
          </a:bodyPr>
          <a:lstStyle/>
          <a:p>
            <a:pPr>
              <a:defRPr sz="1000"/>
            </a:pPr>
            <a:r>
              <a:t>Generated Engagement Question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Internet of Things: Architecture</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5</a:t>
            </a:fld>
            <a:endParaRPr lang="en-US" altLang="fr-FR"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5262" y="1816665"/>
            <a:ext cx="7724775" cy="4533900"/>
          </a:xfrm>
          <a:prstGeom prst="rect">
            <a:avLst/>
          </a:prstGeom>
        </p:spPr>
      </p:pic>
    </p:spTree>
    <p:extLst>
      <p:ext uri="{BB962C8B-B14F-4D97-AF65-F5344CB8AC3E}">
        <p14:creationId xmlns:p14="http://schemas.microsoft.com/office/powerpoint/2010/main" val="4164756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Internet of Things: Security</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6</a:t>
            </a:fld>
            <a:endParaRPr lang="en-US" altLang="fr-FR" dirty="0"/>
          </a:p>
        </p:txBody>
      </p:sp>
      <p:sp>
        <p:nvSpPr>
          <p:cNvPr id="12" name="Rectangle 11">
            <a:extLst>
              <a:ext uri="{FF2B5EF4-FFF2-40B4-BE49-F238E27FC236}">
                <a16:creationId xmlns:a16="http://schemas.microsoft.com/office/drawing/2014/main" id="{46805E86-44F4-7856-2154-49B05028097D}"/>
              </a:ext>
            </a:extLst>
          </p:cNvPr>
          <p:cNvSpPr/>
          <p:nvPr/>
        </p:nvSpPr>
        <p:spPr>
          <a:xfrm>
            <a:off x="829356" y="1805780"/>
            <a:ext cx="7902575" cy="2526846"/>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smtClean="0">
                <a:solidFill>
                  <a:srgbClr val="003366"/>
                </a:solidFill>
                <a:latin typeface="+mn-lt"/>
              </a:rPr>
              <a:t>Security </a:t>
            </a:r>
            <a:r>
              <a:rPr lang="en-US" b="1" dirty="0">
                <a:solidFill>
                  <a:srgbClr val="003366"/>
                </a:solidFill>
                <a:latin typeface="+mn-lt"/>
              </a:rPr>
              <a:t>issues: </a:t>
            </a:r>
            <a:r>
              <a:rPr lang="en-US" dirty="0" err="1">
                <a:solidFill>
                  <a:srgbClr val="003366"/>
                </a:solidFill>
                <a:latin typeface="+mn-lt"/>
              </a:rPr>
              <a:t>IoT</a:t>
            </a:r>
            <a:r>
              <a:rPr lang="en-US" dirty="0">
                <a:solidFill>
                  <a:srgbClr val="003366"/>
                </a:solidFill>
                <a:latin typeface="+mn-lt"/>
              </a:rPr>
              <a:t> connects numerous devices (e.g., thermostats, cameras, smart locks), increasing potential targets for attacks.</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solidFill>
                  <a:srgbClr val="003366"/>
                </a:solidFill>
                <a:latin typeface="+mn-lt"/>
              </a:rPr>
              <a:t>Common Attack Types: </a:t>
            </a:r>
            <a:r>
              <a:rPr lang="en-US" dirty="0">
                <a:solidFill>
                  <a:srgbClr val="003366"/>
                </a:solidFill>
                <a:latin typeface="+mn-lt"/>
              </a:rPr>
              <a:t>Man in </a:t>
            </a:r>
            <a:r>
              <a:rPr lang="en-US" dirty="0" smtClean="0">
                <a:solidFill>
                  <a:srgbClr val="003366"/>
                </a:solidFill>
                <a:latin typeface="+mn-lt"/>
              </a:rPr>
              <a:t>the Middle </a:t>
            </a:r>
            <a:r>
              <a:rPr lang="en-US" dirty="0">
                <a:solidFill>
                  <a:srgbClr val="003366"/>
                </a:solidFill>
                <a:latin typeface="+mn-lt"/>
              </a:rPr>
              <a:t>(</a:t>
            </a:r>
            <a:r>
              <a:rPr lang="en-US" dirty="0" err="1">
                <a:solidFill>
                  <a:srgbClr val="003366"/>
                </a:solidFill>
                <a:latin typeface="+mn-lt"/>
              </a:rPr>
              <a:t>Mitm</a:t>
            </a:r>
            <a:r>
              <a:rPr lang="en-US" dirty="0">
                <a:solidFill>
                  <a:srgbClr val="003366"/>
                </a:solidFill>
                <a:latin typeface="+mn-lt"/>
              </a:rPr>
              <a:t>), </a:t>
            </a:r>
            <a:r>
              <a:rPr lang="en-US" dirty="0" smtClean="0">
                <a:solidFill>
                  <a:srgbClr val="003366"/>
                </a:solidFill>
                <a:latin typeface="+mn-lt"/>
              </a:rPr>
              <a:t>Denial of Service (</a:t>
            </a:r>
            <a:r>
              <a:rPr lang="en-US" dirty="0" err="1" smtClean="0">
                <a:solidFill>
                  <a:srgbClr val="003366"/>
                </a:solidFill>
                <a:latin typeface="+mn-lt"/>
              </a:rPr>
              <a:t>DoS</a:t>
            </a:r>
            <a:r>
              <a:rPr lang="en-US" dirty="0" smtClean="0">
                <a:solidFill>
                  <a:srgbClr val="003366"/>
                </a:solidFill>
                <a:latin typeface="+mn-lt"/>
              </a:rPr>
              <a:t>), Malware Injection…</a:t>
            </a:r>
            <a:endParaRPr lang="en-US"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8388" y="3685873"/>
            <a:ext cx="4724509" cy="3051477"/>
          </a:xfrm>
          <a:prstGeom prst="rect">
            <a:avLst/>
          </a:prstGeom>
        </p:spPr>
      </p:pic>
    </p:spTree>
    <p:extLst>
      <p:ext uri="{BB962C8B-B14F-4D97-AF65-F5344CB8AC3E}">
        <p14:creationId xmlns:p14="http://schemas.microsoft.com/office/powerpoint/2010/main" val="18484861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a:p>
        </p:txBody>
      </p:sp>
      <p:sp>
        <p:nvSpPr>
          <p:cNvPr id="3" name="Title 2"/>
          <p:cNvSpPr>
            <a:spLocks noGrp="1"/>
          </p:cNvSpPr>
          <p:nvPr>
            <p:ph type="ctrTitle" sz="quarter"/>
          </p:nvPr>
        </p:nvSpPr>
        <p:spPr/>
        <p:txBody>
          <a:bodyPr/>
          <a:lstStyle/>
          <a:p>
            <a:endParaRPr/>
          </a:p>
        </p:txBody>
      </p:sp>
      <p:sp>
        <p:nvSpPr>
          <p:cNvPr id="4" name="TextBox 3"/>
          <p:cNvSpPr txBox="1"/>
          <p:nvPr/>
        </p:nvSpPr>
        <p:spPr>
          <a:xfrm>
            <a:off x="594360" y="320040"/>
            <a:ext cx="7955279" cy="640080"/>
          </a:xfrm>
          <a:prstGeom prst="rect">
            <a:avLst/>
          </a:prstGeom>
          <a:noFill/>
        </p:spPr>
        <p:txBody>
          <a:bodyPr wrap="none">
            <a:spAutoFit/>
          </a:bodyPr>
          <a:lstStyle/>
          <a:p>
            <a:r>
              <a:rPr sz="2600" b="1">
                <a:solidFill>
                  <a:srgbClr val="262832"/>
                </a:solidFill>
              </a:rPr>
              <a:t>Generated Engagement Question</a:t>
            </a:r>
          </a:p>
        </p:txBody>
      </p:sp>
      <p:sp>
        <p:nvSpPr>
          <p:cNvPr id="5" name="TextBox 4"/>
          <p:cNvSpPr txBox="1"/>
          <p:nvPr/>
        </p:nvSpPr>
        <p:spPr>
          <a:xfrm>
            <a:off x="621792" y="987552"/>
            <a:ext cx="7863840" cy="320040"/>
          </a:xfrm>
          <a:prstGeom prst="rect">
            <a:avLst/>
          </a:prstGeom>
          <a:noFill/>
        </p:spPr>
        <p:txBody>
          <a:bodyPr wrap="none">
            <a:spAutoFit/>
          </a:bodyPr>
          <a:lstStyle/>
          <a:p>
            <a:pPr>
              <a:defRPr sz="1100">
                <a:solidFill>
                  <a:srgbClr val="56606E"/>
                </a:solidFill>
              </a:defRPr>
            </a:pPr>
            <a:r>
              <a:t>Internet of Things: Security</a:t>
            </a:r>
          </a:p>
        </p:txBody>
      </p:sp>
      <p:sp>
        <p:nvSpPr>
          <p:cNvPr id="6" name="TextBox 5"/>
          <p:cNvSpPr txBox="1"/>
          <p:nvPr/>
        </p:nvSpPr>
        <p:spPr>
          <a:xfrm>
            <a:off x="731520" y="1508760"/>
            <a:ext cx="7863840" cy="4389120"/>
          </a:xfrm>
          <a:prstGeom prst="rect">
            <a:avLst/>
          </a:prstGeom>
          <a:noFill/>
        </p:spPr>
        <p:txBody>
          <a:bodyPr wrap="square">
            <a:spAutoFit/>
          </a:bodyPr>
          <a:lstStyle/>
          <a:p>
            <a:pPr>
              <a:defRPr sz="1800" b="1">
                <a:solidFill>
                  <a:srgbClr val="373B46"/>
                </a:solidFill>
              </a:defRPr>
            </a:pPr>
            <a:r>
              <a:t>What are some common security risks associated with the Internet of Things?</a:t>
            </a:r>
          </a:p>
        </p:txBody>
      </p:sp>
      <p:sp>
        <p:nvSpPr>
          <p:cNvPr id="7" name="TextBox 6"/>
          <p:cNvSpPr txBox="1"/>
          <p:nvPr/>
        </p:nvSpPr>
        <p:spPr>
          <a:xfrm>
            <a:off x="548640" y="6263640"/>
            <a:ext cx="7863840" cy="320040"/>
          </a:xfrm>
          <a:prstGeom prst="rect">
            <a:avLst/>
          </a:prstGeom>
          <a:noFill/>
        </p:spPr>
        <p:txBody>
          <a:bodyPr wrap="none">
            <a:spAutoFit/>
          </a:bodyPr>
          <a:lstStyle/>
          <a:p>
            <a:pPr>
              <a:defRPr sz="1000"/>
            </a:pPr>
            <a:r>
              <a:t>Generated Engagement Question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Internet of Intrusion Detection System</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8</a:t>
            </a:fld>
            <a:endParaRPr lang="en-US" altLang="fr-FR" dirty="0"/>
          </a:p>
        </p:txBody>
      </p:sp>
      <p:sp>
        <p:nvSpPr>
          <p:cNvPr id="14" name="Rectangle 13">
            <a:extLst>
              <a:ext uri="{FF2B5EF4-FFF2-40B4-BE49-F238E27FC236}">
                <a16:creationId xmlns:a16="http://schemas.microsoft.com/office/drawing/2014/main" id="{46805E86-44F4-7856-2154-49B05028097D}"/>
              </a:ext>
            </a:extLst>
          </p:cNvPr>
          <p:cNvSpPr/>
          <p:nvPr/>
        </p:nvSpPr>
        <p:spPr>
          <a:xfrm>
            <a:off x="829356" y="2084183"/>
            <a:ext cx="7967415" cy="4164217"/>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dirty="0">
                <a:solidFill>
                  <a:srgbClr val="003366"/>
                </a:solidFill>
                <a:latin typeface="+mn-lt"/>
              </a:rPr>
              <a:t>Generation of Internet of intrusion detection things </a:t>
            </a:r>
            <a:r>
              <a:rPr lang="en-US" dirty="0">
                <a:solidFill>
                  <a:srgbClr val="FF0000"/>
                </a:solidFill>
                <a:latin typeface="+mn-lt"/>
              </a:rPr>
              <a:t>IOIDT</a:t>
            </a:r>
            <a:r>
              <a:rPr lang="en-US" dirty="0">
                <a:solidFill>
                  <a:srgbClr val="003366"/>
                </a:solidFill>
                <a:latin typeface="+mn-lt"/>
              </a:rPr>
              <a:t>.</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dirty="0">
                <a:latin typeface="+mn-lt"/>
              </a:rPr>
              <a:t>A specialized </a:t>
            </a:r>
            <a:r>
              <a:rPr lang="en-US" dirty="0" err="1">
                <a:latin typeface="+mn-lt"/>
              </a:rPr>
              <a:t>IoT</a:t>
            </a:r>
            <a:r>
              <a:rPr lang="en-US" dirty="0">
                <a:latin typeface="+mn-lt"/>
              </a:rPr>
              <a:t> framework that integrates intrusion detection systems (IDS) within </a:t>
            </a:r>
            <a:r>
              <a:rPr lang="en-US" dirty="0" err="1">
                <a:latin typeface="+mn-lt"/>
              </a:rPr>
              <a:t>IoT</a:t>
            </a:r>
            <a:r>
              <a:rPr lang="en-US" dirty="0">
                <a:latin typeface="+mn-lt"/>
              </a:rPr>
              <a:t> networks to actively monitor, detect, and respond to cyber threats.</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solidFill>
                  <a:srgbClr val="003366"/>
                </a:solidFill>
                <a:latin typeface="+mn-lt"/>
              </a:rPr>
              <a:t>Purpose: </a:t>
            </a:r>
            <a:r>
              <a:rPr lang="en-US" dirty="0">
                <a:latin typeface="+mn-lt"/>
              </a:rPr>
              <a:t>To safeguard </a:t>
            </a:r>
            <a:r>
              <a:rPr lang="en-US" dirty="0" err="1">
                <a:latin typeface="+mn-lt"/>
              </a:rPr>
              <a:t>IoT</a:t>
            </a:r>
            <a:r>
              <a:rPr lang="en-US" dirty="0">
                <a:latin typeface="+mn-lt"/>
              </a:rPr>
              <a:t> devices and networks from unauthorized access, intrusions, and data breaches.</a:t>
            </a:r>
            <a:endParaRPr lang="en-US"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solidFill>
                  <a:srgbClr val="003366"/>
                </a:solidFill>
                <a:latin typeface="+mn-lt"/>
              </a:rPr>
              <a:t>Main Components: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b="1" dirty="0">
                <a:latin typeface="+mn-lt"/>
              </a:rPr>
              <a:t>Real-Time Monitoring:</a:t>
            </a:r>
            <a:r>
              <a:rPr lang="en-US" dirty="0">
                <a:latin typeface="+mn-lt"/>
              </a:rPr>
              <a:t> Continuously tracks </a:t>
            </a:r>
            <a:r>
              <a:rPr lang="en-US" dirty="0" err="1">
                <a:latin typeface="+mn-lt"/>
              </a:rPr>
              <a:t>IoT</a:t>
            </a:r>
            <a:r>
              <a:rPr lang="en-US" dirty="0">
                <a:latin typeface="+mn-lt"/>
              </a:rPr>
              <a:t> device activities.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b="1" dirty="0">
                <a:latin typeface="+mn-lt"/>
              </a:rPr>
              <a:t>Threat Detection:</a:t>
            </a:r>
            <a:r>
              <a:rPr lang="en-US" dirty="0">
                <a:latin typeface="+mn-lt"/>
              </a:rPr>
              <a:t> Identifies abnormal patterns or known attack signatures.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b="1" dirty="0">
                <a:latin typeface="+mn-lt"/>
              </a:rPr>
              <a:t>Automated Response:</a:t>
            </a:r>
            <a:r>
              <a:rPr lang="en-US" dirty="0">
                <a:latin typeface="+mn-lt"/>
              </a:rPr>
              <a:t> Initiates defense mechanisms (e.g. alerting admins) upon detecting intrusions.</a:t>
            </a:r>
            <a:endParaRPr lang="en-US"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p:txBody>
      </p:sp>
    </p:spTree>
    <p:extLst>
      <p:ext uri="{BB962C8B-B14F-4D97-AF65-F5344CB8AC3E}">
        <p14:creationId xmlns:p14="http://schemas.microsoft.com/office/powerpoint/2010/main" val="4235661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a:p>
        </p:txBody>
      </p:sp>
      <p:sp>
        <p:nvSpPr>
          <p:cNvPr id="3" name="Title 2"/>
          <p:cNvSpPr>
            <a:spLocks noGrp="1"/>
          </p:cNvSpPr>
          <p:nvPr>
            <p:ph type="ctrTitle" sz="quarter"/>
          </p:nvPr>
        </p:nvSpPr>
        <p:spPr/>
        <p:txBody>
          <a:bodyPr/>
          <a:lstStyle/>
          <a:p>
            <a:endParaRPr/>
          </a:p>
        </p:txBody>
      </p:sp>
      <p:sp>
        <p:nvSpPr>
          <p:cNvPr id="4" name="TextBox 3"/>
          <p:cNvSpPr txBox="1"/>
          <p:nvPr/>
        </p:nvSpPr>
        <p:spPr>
          <a:xfrm>
            <a:off x="594360" y="320040"/>
            <a:ext cx="7955279" cy="640080"/>
          </a:xfrm>
          <a:prstGeom prst="rect">
            <a:avLst/>
          </a:prstGeom>
          <a:noFill/>
        </p:spPr>
        <p:txBody>
          <a:bodyPr wrap="none">
            <a:spAutoFit/>
          </a:bodyPr>
          <a:lstStyle/>
          <a:p>
            <a:r>
              <a:rPr sz="2600" b="1">
                <a:solidFill>
                  <a:srgbClr val="262832"/>
                </a:solidFill>
              </a:rPr>
              <a:t>Generated Engagement Question</a:t>
            </a:r>
          </a:p>
        </p:txBody>
      </p:sp>
      <p:sp>
        <p:nvSpPr>
          <p:cNvPr id="5" name="TextBox 4"/>
          <p:cNvSpPr txBox="1"/>
          <p:nvPr/>
        </p:nvSpPr>
        <p:spPr>
          <a:xfrm>
            <a:off x="621792" y="987552"/>
            <a:ext cx="7863840" cy="320040"/>
          </a:xfrm>
          <a:prstGeom prst="rect">
            <a:avLst/>
          </a:prstGeom>
          <a:noFill/>
        </p:spPr>
        <p:txBody>
          <a:bodyPr wrap="none">
            <a:spAutoFit/>
          </a:bodyPr>
          <a:lstStyle/>
          <a:p>
            <a:pPr>
              <a:defRPr sz="1100">
                <a:solidFill>
                  <a:srgbClr val="56606E"/>
                </a:solidFill>
              </a:defRPr>
            </a:pPr>
            <a:r>
              <a:t>Internet of Intrusion Detection System</a:t>
            </a:r>
          </a:p>
        </p:txBody>
      </p:sp>
      <p:sp>
        <p:nvSpPr>
          <p:cNvPr id="6" name="TextBox 5"/>
          <p:cNvSpPr txBox="1"/>
          <p:nvPr/>
        </p:nvSpPr>
        <p:spPr>
          <a:xfrm>
            <a:off x="731520" y="1508760"/>
            <a:ext cx="7863840" cy="4389120"/>
          </a:xfrm>
          <a:prstGeom prst="rect">
            <a:avLst/>
          </a:prstGeom>
          <a:noFill/>
        </p:spPr>
        <p:txBody>
          <a:bodyPr wrap="square">
            <a:spAutoFit/>
          </a:bodyPr>
          <a:lstStyle/>
          <a:p>
            <a:pPr>
              <a:defRPr sz="1800" b="1">
                <a:solidFill>
                  <a:srgbClr val="373B46"/>
                </a:solidFill>
              </a:defRPr>
            </a:pPr>
            <a:r>
              <a:t>What is the main purpose of an Internet of Intrusion Detection System (IOIDT)?</a:t>
            </a:r>
          </a:p>
          <a:p>
            <a:pPr lvl="1">
              <a:defRPr sz="1400">
                <a:solidFill>
                  <a:srgbClr val="484E5C"/>
                </a:solidFill>
              </a:defRPr>
            </a:pPr>
            <a:r>
              <a:t>- A. To monitor IoT device activities in real-time.</a:t>
            </a:r>
          </a:p>
          <a:p>
            <a:pPr lvl="1">
              <a:defRPr sz="1400">
                <a:solidFill>
                  <a:srgbClr val="484E5C"/>
                </a:solidFill>
              </a:defRPr>
            </a:pPr>
            <a:r>
              <a:t>- B. To safeguard IoT devices and networks from unauthorized access, intrusions, and data breaches.</a:t>
            </a:r>
          </a:p>
          <a:p>
            <a:pPr lvl="1">
              <a:defRPr sz="1400">
                <a:solidFill>
                  <a:srgbClr val="484E5C"/>
                </a:solidFill>
              </a:defRPr>
            </a:pPr>
            <a:r>
              <a:t>- C. To generate a specialized IoT framework that integrates intrusion detection systems within IoT networks.</a:t>
            </a:r>
          </a:p>
          <a:p>
            <a:pPr lvl="1">
              <a:defRPr sz="1400">
                <a:solidFill>
                  <a:srgbClr val="484E5C"/>
                </a:solidFill>
              </a:defRPr>
            </a:pPr>
            <a:r>
              <a:t>- D. All of the above.</a:t>
            </a:r>
          </a:p>
        </p:txBody>
      </p:sp>
      <p:sp>
        <p:nvSpPr>
          <p:cNvPr id="7" name="TextBox 6"/>
          <p:cNvSpPr txBox="1"/>
          <p:nvPr/>
        </p:nvSpPr>
        <p:spPr>
          <a:xfrm>
            <a:off x="548640" y="6263640"/>
            <a:ext cx="7863840" cy="320040"/>
          </a:xfrm>
          <a:prstGeom prst="rect">
            <a:avLst/>
          </a:prstGeom>
          <a:noFill/>
        </p:spPr>
        <p:txBody>
          <a:bodyPr wrap="none">
            <a:spAutoFit/>
          </a:bodyPr>
          <a:lstStyle/>
          <a:p>
            <a:pPr>
              <a:defRPr sz="1000"/>
            </a:pPr>
            <a:r>
              <a:t>Generated Engagement Question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err="1">
                <a:latin typeface="+mn-lt"/>
              </a:rPr>
              <a:t>IoIDS</a:t>
            </a:r>
            <a:r>
              <a:rPr lang="en-US" altLang="fr-FR" sz="3200" b="1" dirty="0">
                <a:latin typeface="+mn-lt"/>
              </a:rPr>
              <a:t>: Types of Detection</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10</a:t>
            </a:fld>
            <a:endParaRPr lang="en-US" altLang="fr-FR" dirty="0"/>
          </a:p>
        </p:txBody>
      </p:sp>
      <p:sp>
        <p:nvSpPr>
          <p:cNvPr id="13" name="Rectangle 12">
            <a:extLst>
              <a:ext uri="{FF2B5EF4-FFF2-40B4-BE49-F238E27FC236}">
                <a16:creationId xmlns:a16="http://schemas.microsoft.com/office/drawing/2014/main" id="{46805E86-44F4-7856-2154-49B05028097D}"/>
              </a:ext>
            </a:extLst>
          </p:cNvPr>
          <p:cNvSpPr/>
          <p:nvPr/>
        </p:nvSpPr>
        <p:spPr>
          <a:xfrm>
            <a:off x="829356" y="1905000"/>
            <a:ext cx="7967415" cy="1287725"/>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sz="2400" b="1" dirty="0">
                <a:solidFill>
                  <a:srgbClr val="003366"/>
                </a:solidFill>
                <a:latin typeface="+mn-lt"/>
              </a:rPr>
              <a:t>Location-based detection</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sz="2400"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sz="2400" b="1" dirty="0">
              <a:solidFill>
                <a:srgbClr val="003366"/>
              </a:solidFill>
              <a:latin typeface="+mn-lt"/>
            </a:endParaRPr>
          </a:p>
        </p:txBody>
      </p:sp>
      <p:graphicFrame>
        <p:nvGraphicFramePr>
          <p:cNvPr id="15" name="Diagram 14"/>
          <p:cNvGraphicFramePr/>
          <p:nvPr>
            <p:extLst>
              <p:ext uri="{D42A27DB-BD31-4B8C-83A1-F6EECF244321}">
                <p14:modId xmlns:p14="http://schemas.microsoft.com/office/powerpoint/2010/main" val="1787416360"/>
              </p:ext>
            </p:extLst>
          </p:nvPr>
        </p:nvGraphicFramePr>
        <p:xfrm>
          <a:off x="800656" y="2322724"/>
          <a:ext cx="8024813" cy="44472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200427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err="1">
                <a:latin typeface="+mn-lt"/>
              </a:rPr>
              <a:t>IoIDS</a:t>
            </a:r>
            <a:r>
              <a:rPr lang="en-US" altLang="fr-FR" sz="3200" b="1" dirty="0">
                <a:latin typeface="+mn-lt"/>
              </a:rPr>
              <a:t>: Types of Detection</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11</a:t>
            </a:fld>
            <a:endParaRPr lang="en-US" altLang="fr-FR" dirty="0"/>
          </a:p>
        </p:txBody>
      </p:sp>
      <p:sp>
        <p:nvSpPr>
          <p:cNvPr id="13" name="Rectangle 12">
            <a:extLst>
              <a:ext uri="{FF2B5EF4-FFF2-40B4-BE49-F238E27FC236}">
                <a16:creationId xmlns:a16="http://schemas.microsoft.com/office/drawing/2014/main" id="{46805E86-44F4-7856-2154-49B05028097D}"/>
              </a:ext>
            </a:extLst>
          </p:cNvPr>
          <p:cNvSpPr/>
          <p:nvPr/>
        </p:nvSpPr>
        <p:spPr>
          <a:xfrm>
            <a:off x="829356" y="1905000"/>
            <a:ext cx="7967415" cy="4050340"/>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sz="2400" b="1" dirty="0">
                <a:solidFill>
                  <a:srgbClr val="003366"/>
                </a:solidFill>
                <a:latin typeface="+mn-lt"/>
              </a:rPr>
              <a:t>Attacks-Type based detection</a:t>
            </a:r>
          </a:p>
          <a:p>
            <a:pPr algn="just" eaLnBrk="1" hangingPunct="1">
              <a:lnSpc>
                <a:spcPct val="80000"/>
              </a:lnSpc>
              <a:spcBef>
                <a:spcPct val="20000"/>
              </a:spcBef>
              <a:spcAft>
                <a:spcPts val="600"/>
              </a:spcAft>
              <a:buClr>
                <a:srgbClr val="006666"/>
              </a:buClr>
              <a:buSzPct val="75000"/>
              <a:defRPr/>
            </a:pPr>
            <a:endParaRPr lang="en-US" sz="2000" b="1" dirty="0">
              <a:solidFill>
                <a:srgbClr val="003366"/>
              </a:solidFill>
              <a:latin typeface="+mn-lt"/>
            </a:endParaRP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sz="2000" b="1" dirty="0">
                <a:solidFill>
                  <a:srgbClr val="003366"/>
                </a:solidFill>
                <a:latin typeface="+mn-lt"/>
              </a:rPr>
              <a:t>Signature based detection</a:t>
            </a:r>
            <a:r>
              <a:rPr lang="en-US" sz="2000" dirty="0">
                <a:solidFill>
                  <a:srgbClr val="003366"/>
                </a:solidFill>
                <a:latin typeface="+mn-lt"/>
              </a:rPr>
              <a:t>: </a:t>
            </a:r>
            <a:r>
              <a:rPr lang="en-US" dirty="0">
                <a:solidFill>
                  <a:srgbClr val="003366"/>
                </a:solidFill>
                <a:latin typeface="+mn-lt"/>
              </a:rPr>
              <a:t>It relies on a database of predefined attack patterns or "signatures" that correspond to specific malicious activities or known vulnerabilities.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sz="2000" b="1" dirty="0">
                <a:solidFill>
                  <a:srgbClr val="003366"/>
                </a:solidFill>
                <a:latin typeface="+mn-lt"/>
              </a:rPr>
              <a:t>Anomaly based detection</a:t>
            </a:r>
            <a:r>
              <a:rPr lang="en-US" sz="2000" dirty="0">
                <a:solidFill>
                  <a:srgbClr val="003366"/>
                </a:solidFill>
                <a:latin typeface="+mn-lt"/>
              </a:rPr>
              <a:t>: </a:t>
            </a:r>
            <a:r>
              <a:rPr lang="en-US" dirty="0">
                <a:solidFill>
                  <a:srgbClr val="003366"/>
                </a:solidFill>
                <a:latin typeface="+mn-lt"/>
              </a:rPr>
              <a:t>Pinpoint unknown attacks and adapt to them on the fly using machine learning techniques.</a:t>
            </a:r>
          </a:p>
          <a:p>
            <a:pPr marL="800100" lvl="1" indent="-342900" algn="just" eaLnBrk="1" hangingPunct="1">
              <a:lnSpc>
                <a:spcPct val="80000"/>
              </a:lnSpc>
              <a:spcBef>
                <a:spcPct val="20000"/>
              </a:spcBef>
              <a:spcAft>
                <a:spcPts val="600"/>
              </a:spcAft>
              <a:buClr>
                <a:srgbClr val="006666"/>
              </a:buClr>
              <a:buSzPct val="100000"/>
              <a:buFont typeface="Arial" panose="020B0604020202020204" pitchFamily="34" charset="0"/>
              <a:buChar char="•"/>
              <a:defRPr/>
            </a:pPr>
            <a:r>
              <a:rPr lang="en-US" sz="2000" b="1" dirty="0">
                <a:solidFill>
                  <a:srgbClr val="003366"/>
                </a:solidFill>
                <a:latin typeface="+mn-lt"/>
              </a:rPr>
              <a:t>Hybrid intrusion detection</a:t>
            </a:r>
            <a:r>
              <a:rPr lang="en-US" sz="2000" dirty="0">
                <a:solidFill>
                  <a:srgbClr val="003366"/>
                </a:solidFill>
                <a:latin typeface="+mn-lt"/>
              </a:rPr>
              <a:t>: </a:t>
            </a:r>
            <a:r>
              <a:rPr lang="en-US" dirty="0">
                <a:solidFill>
                  <a:srgbClr val="003366"/>
                </a:solidFill>
                <a:latin typeface="+mn-lt"/>
              </a:rPr>
              <a:t>use both signature-based as well as anomaly-based detection system and enable it to detect potential threats with a minimum error rate. </a:t>
            </a:r>
            <a:endParaRPr lang="en-US" sz="2000" dirty="0">
              <a:solidFill>
                <a:srgbClr val="003366"/>
              </a:solidFill>
              <a:latin typeface="+mn-lt"/>
            </a:endParaRPr>
          </a:p>
          <a:p>
            <a:pPr algn="just" eaLnBrk="1" hangingPunct="1">
              <a:lnSpc>
                <a:spcPct val="80000"/>
              </a:lnSpc>
              <a:spcBef>
                <a:spcPct val="20000"/>
              </a:spcBef>
              <a:spcAft>
                <a:spcPts val="600"/>
              </a:spcAft>
              <a:buClr>
                <a:srgbClr val="006666"/>
              </a:buClr>
              <a:buSzPct val="75000"/>
              <a:defRPr/>
            </a:pPr>
            <a:endParaRPr lang="en-US" sz="2400"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sz="2400" b="1" dirty="0">
              <a:solidFill>
                <a:srgbClr val="003366"/>
              </a:solidFill>
              <a:latin typeface="+mn-lt"/>
            </a:endParaRPr>
          </a:p>
        </p:txBody>
      </p:sp>
    </p:spTree>
    <p:extLst>
      <p:ext uri="{BB962C8B-B14F-4D97-AF65-F5344CB8AC3E}">
        <p14:creationId xmlns:p14="http://schemas.microsoft.com/office/powerpoint/2010/main" val="3427838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err="1" smtClean="0">
                <a:latin typeface="+mn-lt"/>
              </a:rPr>
              <a:t>IoIDS</a:t>
            </a:r>
            <a:r>
              <a:rPr lang="en-US" altLang="fr-FR" sz="3200" b="1" dirty="0" smtClean="0">
                <a:latin typeface="+mn-lt"/>
              </a:rPr>
              <a:t>: </a:t>
            </a:r>
            <a:r>
              <a:rPr lang="en-US" altLang="fr-FR" sz="3200" b="1" dirty="0">
                <a:latin typeface="+mn-lt"/>
              </a:rPr>
              <a:t>Applications</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latin typeface="+mn-lt"/>
              </a:rPr>
              <a:t>12</a:t>
            </a:fld>
            <a:endParaRPr lang="en-US" altLang="fr-FR" dirty="0">
              <a:latin typeface="+mn-lt"/>
            </a:endParaRPr>
          </a:p>
        </p:txBody>
      </p:sp>
      <p:pic>
        <p:nvPicPr>
          <p:cNvPr id="4" name="Picture 3"/>
          <p:cNvPicPr>
            <a:picLocks noChangeAspect="1"/>
          </p:cNvPicPr>
          <p:nvPr/>
        </p:nvPicPr>
        <p:blipFill>
          <a:blip r:embed="rId4"/>
          <a:stretch>
            <a:fillRect/>
          </a:stretch>
        </p:blipFill>
        <p:spPr>
          <a:xfrm>
            <a:off x="1654093" y="1981200"/>
            <a:ext cx="6607113" cy="4023709"/>
          </a:xfrm>
          <a:prstGeom prst="rect">
            <a:avLst/>
          </a:prstGeom>
        </p:spPr>
      </p:pic>
    </p:spTree>
    <p:extLst>
      <p:ext uri="{BB962C8B-B14F-4D97-AF65-F5344CB8AC3E}">
        <p14:creationId xmlns:p14="http://schemas.microsoft.com/office/powerpoint/2010/main" val="36684987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err="1">
                <a:latin typeface="+mn-lt"/>
              </a:rPr>
              <a:t>IoIDS</a:t>
            </a:r>
            <a:r>
              <a:rPr lang="en-US" altLang="fr-FR" sz="3200" b="1" dirty="0">
                <a:latin typeface="+mn-lt"/>
              </a:rPr>
              <a:t> Challenges</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13</a:t>
            </a:fld>
            <a:endParaRPr lang="en-US" altLang="fr-FR" dirty="0"/>
          </a:p>
        </p:txBody>
      </p:sp>
      <p:graphicFrame>
        <p:nvGraphicFramePr>
          <p:cNvPr id="41" name="Diagram 40"/>
          <p:cNvGraphicFramePr/>
          <p:nvPr>
            <p:extLst>
              <p:ext uri="{D42A27DB-BD31-4B8C-83A1-F6EECF244321}">
                <p14:modId xmlns:p14="http://schemas.microsoft.com/office/powerpoint/2010/main" val="1986466219"/>
              </p:ext>
            </p:extLst>
          </p:nvPr>
        </p:nvGraphicFramePr>
        <p:xfrm>
          <a:off x="663575" y="1654061"/>
          <a:ext cx="8194675" cy="44903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196758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AI in </a:t>
            </a:r>
            <a:r>
              <a:rPr lang="en-US" altLang="fr-FR" sz="3200" b="1" dirty="0" err="1">
                <a:latin typeface="+mn-lt"/>
              </a:rPr>
              <a:t>IoIDS</a:t>
            </a:r>
            <a:endParaRPr lang="en-US" altLang="fr-FR" sz="3200" b="1" dirty="0">
              <a:latin typeface="+mn-lt"/>
            </a:endParaRP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14</a:t>
            </a:fld>
            <a:endParaRPr lang="en-US" altLang="fr-FR" dirty="0"/>
          </a:p>
        </p:txBody>
      </p:sp>
      <p:sp>
        <p:nvSpPr>
          <p:cNvPr id="13" name="Rectangle 12">
            <a:extLst>
              <a:ext uri="{FF2B5EF4-FFF2-40B4-BE49-F238E27FC236}">
                <a16:creationId xmlns:a16="http://schemas.microsoft.com/office/drawing/2014/main" id="{46805E86-44F4-7856-2154-49B05028097D}"/>
              </a:ext>
            </a:extLst>
          </p:cNvPr>
          <p:cNvSpPr/>
          <p:nvPr/>
        </p:nvSpPr>
        <p:spPr>
          <a:xfrm>
            <a:off x="782948" y="1981200"/>
            <a:ext cx="8044913" cy="1818959"/>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latin typeface="+mn-lt"/>
              </a:rPr>
              <a:t>AI</a:t>
            </a:r>
            <a:r>
              <a:rPr lang="en-US" dirty="0">
                <a:latin typeface="+mn-lt"/>
              </a:rPr>
              <a:t> is a field of computer science that enables machines to perform tasks requiring human-like intelligence, such as learning from data, recognizing patterns, and making decisions.</a:t>
            </a:r>
          </a:p>
          <a:p>
            <a:pPr marL="800100" lvl="1"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solidFill>
                  <a:srgbClr val="003366"/>
                </a:solidFill>
                <a:latin typeface="+mn-lt"/>
              </a:rPr>
              <a:t>Multiple Approaches:</a:t>
            </a: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b="1" dirty="0">
              <a:solidFill>
                <a:srgbClr val="003366"/>
              </a:solidFill>
              <a:latin typeface="+mn-lt"/>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22" y="3791983"/>
            <a:ext cx="1488098" cy="1488098"/>
          </a:xfrm>
          <a:prstGeom prst="rect">
            <a:avLst/>
          </a:prstGeom>
        </p:spPr>
      </p:pic>
      <p:sp>
        <p:nvSpPr>
          <p:cNvPr id="15" name="Rectangle 14"/>
          <p:cNvSpPr/>
          <p:nvPr/>
        </p:nvSpPr>
        <p:spPr bwMode="auto">
          <a:xfrm>
            <a:off x="838186" y="5340096"/>
            <a:ext cx="2635944" cy="76200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600" b="0" i="0" u="none" strike="noStrike" cap="none" normalizeH="0" baseline="0" dirty="0">
                <a:ln>
                  <a:noFill/>
                </a:ln>
                <a:solidFill>
                  <a:schemeClr val="tx1"/>
                </a:solidFill>
                <a:effectLst/>
              </a:rPr>
              <a:t>Machine</a:t>
            </a:r>
            <a:r>
              <a:rPr kumimoji="0" lang="en-US" sz="1600" b="0" i="0" u="none" strike="noStrike" cap="none" normalizeH="0" dirty="0">
                <a:ln>
                  <a:noFill/>
                </a:ln>
                <a:solidFill>
                  <a:schemeClr val="tx1"/>
                </a:solidFill>
                <a:effectLst/>
              </a:rPr>
              <a:t> Learning</a:t>
            </a:r>
            <a:endParaRPr kumimoji="0" lang="en-US" sz="1600" b="0" i="0" u="none" strike="noStrike" cap="none" normalizeH="0" baseline="0" dirty="0">
              <a:ln>
                <a:noFill/>
              </a:ln>
              <a:solidFill>
                <a:schemeClr val="tx1"/>
              </a:solidFill>
              <a:effectLst/>
            </a:endParaRPr>
          </a:p>
        </p:txBody>
      </p:sp>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6287" y="3794760"/>
            <a:ext cx="1706127" cy="1706127"/>
          </a:xfrm>
          <a:prstGeom prst="rect">
            <a:avLst/>
          </a:prstGeom>
        </p:spPr>
      </p:pic>
      <p:sp>
        <p:nvSpPr>
          <p:cNvPr id="17" name="Rectangle 16"/>
          <p:cNvSpPr/>
          <p:nvPr/>
        </p:nvSpPr>
        <p:spPr bwMode="auto">
          <a:xfrm>
            <a:off x="3142343" y="5343100"/>
            <a:ext cx="1703007" cy="76200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600" b="0" i="0" u="none" strike="noStrike" cap="none" normalizeH="0" baseline="0" dirty="0">
                <a:ln>
                  <a:noFill/>
                </a:ln>
                <a:solidFill>
                  <a:schemeClr val="tx1"/>
                </a:solidFill>
                <a:effectLst/>
              </a:rPr>
              <a:t>Deep</a:t>
            </a:r>
            <a:r>
              <a:rPr kumimoji="0" lang="en-US" sz="1600" b="0" i="0" u="none" strike="noStrike" cap="none" normalizeH="0" dirty="0">
                <a:ln>
                  <a:noFill/>
                </a:ln>
                <a:solidFill>
                  <a:schemeClr val="tx1"/>
                </a:solidFill>
                <a:effectLst/>
              </a:rPr>
              <a:t> Learning</a:t>
            </a:r>
            <a:endParaRPr kumimoji="0" lang="en-US" sz="1600" b="0" i="0" u="none" strike="noStrike" cap="none" normalizeH="0" baseline="0" dirty="0">
              <a:ln>
                <a:noFill/>
              </a:ln>
              <a:solidFill>
                <a:schemeClr val="tx1"/>
              </a:solidFill>
              <a:effectLst/>
            </a:endParaRPr>
          </a:p>
        </p:txBody>
      </p:sp>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92220" y="3682968"/>
            <a:ext cx="1510139" cy="1434114"/>
          </a:xfrm>
          <a:prstGeom prst="rect">
            <a:avLst/>
          </a:prstGeom>
        </p:spPr>
      </p:pic>
      <p:sp>
        <p:nvSpPr>
          <p:cNvPr id="19" name="Rectangle 18"/>
          <p:cNvSpPr/>
          <p:nvPr/>
        </p:nvSpPr>
        <p:spPr bwMode="auto">
          <a:xfrm>
            <a:off x="7289800" y="5340096"/>
            <a:ext cx="1652964" cy="76200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600" b="0" i="0" u="none" strike="noStrike" cap="none" normalizeH="0" baseline="0" dirty="0">
                <a:ln>
                  <a:noFill/>
                </a:ln>
                <a:solidFill>
                  <a:schemeClr val="tx1"/>
                </a:solidFill>
                <a:effectLst/>
              </a:rPr>
              <a:t>Reinforcement</a:t>
            </a:r>
            <a:r>
              <a:rPr kumimoji="0" lang="en-US" sz="1600" b="0" i="0" u="none" strike="noStrike" cap="none" normalizeH="0" dirty="0">
                <a:ln>
                  <a:noFill/>
                </a:ln>
                <a:solidFill>
                  <a:schemeClr val="tx1"/>
                </a:solidFill>
                <a:effectLst/>
              </a:rPr>
              <a:t> Learning</a:t>
            </a:r>
            <a:endParaRPr kumimoji="0" lang="en-US" sz="1600" b="0" i="0" u="none" strike="noStrike" cap="none" normalizeH="0" baseline="0" dirty="0">
              <a:ln>
                <a:noFill/>
              </a:ln>
              <a:solidFill>
                <a:schemeClr val="tx1"/>
              </a:solidFill>
              <a:effectLst/>
            </a:endParaRPr>
          </a:p>
        </p:txBody>
      </p:sp>
      <p:pic>
        <p:nvPicPr>
          <p:cNvPr id="20" name="Picture 19"/>
          <p:cNvPicPr>
            <a:picLocks noChangeAspect="1"/>
          </p:cNvPicPr>
          <p:nvPr/>
        </p:nvPicPr>
        <p:blipFill>
          <a:blip r:embed="rId7"/>
          <a:stretch>
            <a:fillRect/>
          </a:stretch>
        </p:blipFill>
        <p:spPr>
          <a:xfrm>
            <a:off x="7257143" y="3794760"/>
            <a:ext cx="1460368" cy="1367568"/>
          </a:xfrm>
          <a:prstGeom prst="rect">
            <a:avLst/>
          </a:prstGeom>
        </p:spPr>
      </p:pic>
      <p:sp>
        <p:nvSpPr>
          <p:cNvPr id="21" name="Rectangle 20"/>
          <p:cNvSpPr/>
          <p:nvPr/>
        </p:nvSpPr>
        <p:spPr bwMode="auto">
          <a:xfrm>
            <a:off x="5047429" y="5343100"/>
            <a:ext cx="1793086" cy="76200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600" b="0" i="0" u="none" strike="noStrike" cap="none" normalizeH="0" baseline="0" dirty="0">
                <a:ln>
                  <a:noFill/>
                </a:ln>
                <a:solidFill>
                  <a:schemeClr val="tx1"/>
                </a:solidFill>
                <a:effectLst/>
              </a:rPr>
              <a:t>Federated</a:t>
            </a:r>
            <a:r>
              <a:rPr kumimoji="0" lang="en-US" sz="1600" b="0" i="0" u="none" strike="noStrike" cap="none" normalizeH="0" dirty="0">
                <a:ln>
                  <a:noFill/>
                </a:ln>
                <a:solidFill>
                  <a:schemeClr val="tx1"/>
                </a:solidFill>
                <a:effectLst/>
              </a:rPr>
              <a:t> Learning</a:t>
            </a:r>
            <a:endParaRPr kumimoji="0" 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384806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261156" y="491106"/>
            <a:ext cx="7392988"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KD in </a:t>
            </a:r>
            <a:r>
              <a:rPr lang="en-US" altLang="fr-FR" sz="3200" b="1" dirty="0" err="1">
                <a:latin typeface="+mn-lt"/>
              </a:rPr>
              <a:t>IoIDS</a:t>
            </a:r>
            <a:endParaRPr lang="en-US" altLang="fr-FR" sz="3200" b="1" dirty="0">
              <a:latin typeface="+mn-lt"/>
            </a:endParaRP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15</a:t>
            </a:fld>
            <a:endParaRPr lang="en-US" altLang="fr-FR" dirty="0"/>
          </a:p>
        </p:txBody>
      </p:sp>
      <p:sp>
        <p:nvSpPr>
          <p:cNvPr id="13" name="Rectangle 12">
            <a:extLst>
              <a:ext uri="{FF2B5EF4-FFF2-40B4-BE49-F238E27FC236}">
                <a16:creationId xmlns:a16="http://schemas.microsoft.com/office/drawing/2014/main" id="{46805E86-44F4-7856-2154-49B05028097D}"/>
              </a:ext>
            </a:extLst>
          </p:cNvPr>
          <p:cNvSpPr/>
          <p:nvPr/>
        </p:nvSpPr>
        <p:spPr>
          <a:xfrm>
            <a:off x="782948" y="1981200"/>
            <a:ext cx="8044913" cy="1116588"/>
          </a:xfrm>
          <a:prstGeom prst="rect">
            <a:avLst/>
          </a:prstGeom>
        </p:spPr>
        <p:txBody>
          <a:bodyPr wrap="square">
            <a:spAutoFit/>
          </a:bodyPr>
          <a:lstStyle/>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r>
              <a:rPr lang="en-US" b="1" dirty="0">
                <a:latin typeface="+mn-lt"/>
              </a:rPr>
              <a:t>Knowledge Distillation </a:t>
            </a:r>
            <a:r>
              <a:rPr lang="en-US" dirty="0">
                <a:latin typeface="+mn-lt"/>
              </a:rPr>
              <a:t>is a technique in which a large, complex model (teacher) transfers its knowledge to a smaller, simpler model (student) to achieve similar performance with lower resource requirements</a:t>
            </a:r>
            <a:endParaRPr lang="en-US" b="1" dirty="0">
              <a:solidFill>
                <a:srgbClr val="003366"/>
              </a:solidFill>
              <a:latin typeface="+mn-lt"/>
            </a:endParaRPr>
          </a:p>
          <a:p>
            <a:pPr marL="342900" indent="-342900" algn="just" eaLnBrk="1" hangingPunct="1">
              <a:lnSpc>
                <a:spcPct val="80000"/>
              </a:lnSpc>
              <a:spcBef>
                <a:spcPct val="20000"/>
              </a:spcBef>
              <a:spcAft>
                <a:spcPts val="600"/>
              </a:spcAft>
              <a:buClr>
                <a:srgbClr val="006666"/>
              </a:buClr>
              <a:buSzPct val="75000"/>
              <a:buFont typeface="Wingdings" panose="05000000000000000000" pitchFamily="2" charset="2"/>
              <a:buChar char="l"/>
              <a:defRPr/>
            </a:pPr>
            <a:endParaRPr lang="en-US" b="1" dirty="0">
              <a:solidFill>
                <a:srgbClr val="003366"/>
              </a:solidFill>
              <a:latin typeface="+mn-lt"/>
            </a:endParaRPr>
          </a:p>
        </p:txBody>
      </p:sp>
      <p:pic>
        <p:nvPicPr>
          <p:cNvPr id="22" name="Picture 21"/>
          <p:cNvPicPr>
            <a:picLocks noChangeAspect="1"/>
          </p:cNvPicPr>
          <p:nvPr/>
        </p:nvPicPr>
        <p:blipFill>
          <a:blip r:embed="rId4"/>
          <a:stretch>
            <a:fillRect/>
          </a:stretch>
        </p:blipFill>
        <p:spPr>
          <a:xfrm>
            <a:off x="1030576" y="3211512"/>
            <a:ext cx="7623568" cy="3148125"/>
          </a:xfrm>
          <a:prstGeom prst="rect">
            <a:avLst/>
          </a:prstGeom>
        </p:spPr>
      </p:pic>
    </p:spTree>
    <p:extLst>
      <p:ext uri="{BB962C8B-B14F-4D97-AF65-F5344CB8AC3E}">
        <p14:creationId xmlns:p14="http://schemas.microsoft.com/office/powerpoint/2010/main" val="36737798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315200" y="460533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10" name="Rectangle 9"/>
          <p:cNvSpPr/>
          <p:nvPr/>
        </p:nvSpPr>
        <p:spPr>
          <a:xfrm>
            <a:off x="844550" y="2066925"/>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862013" y="26670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425825" y="47244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9703" name="AutoShape 2"/>
          <p:cNvSpPr>
            <a:spLocks noChangeArrowheads="1"/>
          </p:cNvSpPr>
          <p:nvPr/>
        </p:nvSpPr>
        <p:spPr bwMode="auto">
          <a:xfrm>
            <a:off x="1813719" y="3408226"/>
            <a:ext cx="6238875"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State of The Art</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16</a:t>
            </a:fld>
            <a:endParaRPr lang="en-US" altLang="fr-FR"/>
          </a:p>
        </p:txBody>
      </p:sp>
    </p:spTree>
    <p:extLst>
      <p:ext uri="{BB962C8B-B14F-4D97-AF65-F5344CB8AC3E}">
        <p14:creationId xmlns:p14="http://schemas.microsoft.com/office/powerpoint/2010/main" val="16040952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315200" y="460533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10" name="Rectangle 9"/>
          <p:cNvSpPr/>
          <p:nvPr/>
        </p:nvSpPr>
        <p:spPr>
          <a:xfrm>
            <a:off x="844550" y="2066925"/>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862013" y="26670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425825" y="47244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9703" name="AutoShape 2"/>
          <p:cNvSpPr>
            <a:spLocks noChangeArrowheads="1"/>
          </p:cNvSpPr>
          <p:nvPr/>
        </p:nvSpPr>
        <p:spPr bwMode="auto">
          <a:xfrm>
            <a:off x="1813719" y="3408226"/>
            <a:ext cx="6238875"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AI in </a:t>
            </a:r>
            <a:r>
              <a:rPr lang="en-US" altLang="fr-FR" sz="3200" b="1" dirty="0" err="1">
                <a:latin typeface="+mn-lt"/>
              </a:rPr>
              <a:t>IoIDT</a:t>
            </a:r>
            <a:endParaRPr lang="en-US" altLang="fr-FR" sz="3200" b="1" dirty="0">
              <a:latin typeface="+mn-lt"/>
            </a:endParaRP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17</a:t>
            </a:fld>
            <a:endParaRPr lang="en-US" altLang="fr-FR"/>
          </a:p>
        </p:txBody>
      </p:sp>
    </p:spTree>
    <p:extLst>
      <p:ext uri="{BB962C8B-B14F-4D97-AF65-F5344CB8AC3E}">
        <p14:creationId xmlns:p14="http://schemas.microsoft.com/office/powerpoint/2010/main" val="3541595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novel optimized probabilistic neural network approach for intrusion detection and  categorization (1)</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18</a:t>
            </a:fld>
            <a:endParaRPr lang="en-US" altLang="fr-FR" dirty="0"/>
          </a:p>
        </p:txBody>
      </p:sp>
      <p:sp>
        <p:nvSpPr>
          <p:cNvPr id="12" name="Rectangle 11"/>
          <p:cNvSpPr/>
          <p:nvPr/>
        </p:nvSpPr>
        <p:spPr>
          <a:xfrm>
            <a:off x="829356" y="2209800"/>
            <a:ext cx="7902575" cy="3145476"/>
          </a:xfrm>
          <a:prstGeom prst="rect">
            <a:avLst/>
          </a:prstGeom>
        </p:spPr>
        <p:txBody>
          <a:bodyPr wrap="square">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Objectives and Contributions: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Proposing </a:t>
            </a:r>
            <a:r>
              <a:rPr lang="en-US" dirty="0">
                <a:latin typeface="+mn-lt"/>
              </a:rPr>
              <a:t>a responsive ensemble learning model that can integrate the benefits of each technique for various types of data recognition and utilize ensemble learning to produce the best outcomes.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Using the firefly optimization technique to detect the intrusions in the system.</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Using the Probabilistic Neural Network to categorize the database into anomalous and normal circumstances.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GB" b="1" dirty="0">
              <a:latin typeface="+mn-lt"/>
            </a:endParaRPr>
          </a:p>
        </p:txBody>
      </p:sp>
    </p:spTree>
    <p:extLst>
      <p:ext uri="{BB962C8B-B14F-4D97-AF65-F5344CB8AC3E}">
        <p14:creationId xmlns:p14="http://schemas.microsoft.com/office/powerpoint/2010/main" val="30026468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novel optimized probabilistic neural network approach for intrusion detection and  categorization (1)</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19</a:t>
            </a:fld>
            <a:endParaRPr lang="en-US" altLang="fr-FR" dirty="0"/>
          </a:p>
        </p:txBody>
      </p:sp>
      <p:sp>
        <p:nvSpPr>
          <p:cNvPr id="13" name="Rectangle 12"/>
          <p:cNvSpPr/>
          <p:nvPr/>
        </p:nvSpPr>
        <p:spPr>
          <a:xfrm>
            <a:off x="339725" y="2082368"/>
            <a:ext cx="3901309" cy="4108817"/>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GB" sz="2000" b="1" dirty="0">
                <a:latin typeface="+mn-lt"/>
              </a:rPr>
              <a:t>Methodology</a:t>
            </a:r>
            <a:r>
              <a:rPr lang="en-GB" b="1" dirty="0">
                <a:latin typeface="+mn-lt"/>
              </a:rPr>
              <a:t>:</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Dataset: KDD-CUP 99 with 41 attributes.</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Normalization using Min-Max algorithm.</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Feature extraction using Firefly Algorithm.</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Categorizing networks into normal and abnormal using the probabilistic neural network classifier.</a:t>
            </a:r>
          </a:p>
          <a:p>
            <a:pPr lvl="1" algn="just" eaLnBrk="1" hangingPunct="1">
              <a:spcBef>
                <a:spcPct val="20000"/>
              </a:spcBef>
              <a:spcAft>
                <a:spcPts val="600"/>
              </a:spcAft>
              <a:buClr>
                <a:srgbClr val="006666"/>
              </a:buClr>
              <a:buSzPct val="75000"/>
              <a:defRPr/>
            </a:pPr>
            <a:endParaRPr lang="en-GB" b="1" dirty="0">
              <a:latin typeface="+mn-lt"/>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1034" y="1827877"/>
            <a:ext cx="4801126" cy="4909473"/>
          </a:xfrm>
          <a:prstGeom prst="rect">
            <a:avLst/>
          </a:prstGeom>
        </p:spPr>
      </p:pic>
    </p:spTree>
    <p:extLst>
      <p:ext uri="{BB962C8B-B14F-4D97-AF65-F5344CB8AC3E}">
        <p14:creationId xmlns:p14="http://schemas.microsoft.com/office/powerpoint/2010/main" val="4403872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635907"/>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Fusion of statistical importance for feature selection in Deep Neural Network-based Intrusion Detection System (2)</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20</a:t>
            </a:fld>
            <a:endParaRPr lang="en-US" altLang="fr-FR" dirty="0"/>
          </a:p>
        </p:txBody>
      </p:sp>
      <p:sp>
        <p:nvSpPr>
          <p:cNvPr id="12" name="Rectangle 11"/>
          <p:cNvSpPr/>
          <p:nvPr/>
        </p:nvSpPr>
        <p:spPr>
          <a:xfrm>
            <a:off x="829356" y="2212848"/>
            <a:ext cx="7745412" cy="3013133"/>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Objectives and contributions: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Designing a DNN-based intrusion detection and classification system by applying fusion of statistical importance by considering statistical measures for feature engineering on intrusion detection datasets.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A process that selects features based on statistical interpretation of features for the underlying intrusion detection datasets.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For fusion of statistical importance of features, statistical measures, namely, standard deviation, mean, and median are taken into consideration.</a:t>
            </a:r>
          </a:p>
        </p:txBody>
      </p:sp>
    </p:spTree>
    <p:extLst>
      <p:ext uri="{BB962C8B-B14F-4D97-AF65-F5344CB8AC3E}">
        <p14:creationId xmlns:p14="http://schemas.microsoft.com/office/powerpoint/2010/main" val="13324121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635907"/>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Fusion of statistical importance for feature selection in Deep Neural Network-based Intrusion Detection System (2)</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21</a:t>
            </a:fld>
            <a:endParaRPr lang="en-US" altLang="fr-FR" dirty="0"/>
          </a:p>
        </p:txBody>
      </p:sp>
      <p:sp>
        <p:nvSpPr>
          <p:cNvPr id="13" name="Rectangle 12"/>
          <p:cNvSpPr/>
          <p:nvPr/>
        </p:nvSpPr>
        <p:spPr>
          <a:xfrm>
            <a:off x="169492" y="1647574"/>
            <a:ext cx="3869108" cy="5216813"/>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GB" sz="2000" b="1" dirty="0">
                <a:latin typeface="+mn-lt"/>
              </a:rPr>
              <a:t>Methodology</a:t>
            </a:r>
            <a:r>
              <a:rPr lang="en-GB" b="1" dirty="0">
                <a:latin typeface="+mn-lt"/>
              </a:rPr>
              <a:t>:</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Selection of 3 datasets</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Feature encoding: </a:t>
            </a:r>
            <a:r>
              <a:rPr lang="en-US" dirty="0">
                <a:latin typeface="+mn-lt"/>
              </a:rPr>
              <a:t>convert categorical features into numerical features by applying one-hot encoding technique.</a:t>
            </a:r>
            <a:endParaRPr lang="en-GB" dirty="0">
              <a:latin typeface="+mn-lt"/>
            </a:endParaRP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Feature Normalization: </a:t>
            </a:r>
            <a:r>
              <a:rPr lang="en-US" dirty="0">
                <a:latin typeface="+mn-lt"/>
              </a:rPr>
              <a:t>standard scalar technique</a:t>
            </a:r>
            <a:r>
              <a:rPr lang="en-GB" dirty="0">
                <a:latin typeface="+mn-lt"/>
              </a:rPr>
              <a:t>.</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Feature Selection in two phases.</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GB" dirty="0">
                <a:latin typeface="+mn-lt"/>
              </a:rPr>
              <a:t>Deep Neural Network: input layer, three hidden layers, and output layer for binary classification</a:t>
            </a:r>
          </a:p>
        </p:txBody>
      </p:sp>
      <p:pic>
        <p:nvPicPr>
          <p:cNvPr id="14" name="Picture 13"/>
          <p:cNvPicPr>
            <a:picLocks noChangeAspect="1"/>
          </p:cNvPicPr>
          <p:nvPr/>
        </p:nvPicPr>
        <p:blipFill>
          <a:blip r:embed="rId4"/>
          <a:stretch>
            <a:fillRect/>
          </a:stretch>
        </p:blipFill>
        <p:spPr>
          <a:xfrm>
            <a:off x="4038600" y="1779336"/>
            <a:ext cx="4938316" cy="4773863"/>
          </a:xfrm>
          <a:prstGeom prst="rect">
            <a:avLst/>
          </a:prstGeom>
        </p:spPr>
      </p:pic>
    </p:spTree>
    <p:extLst>
      <p:ext uri="{BB962C8B-B14F-4D97-AF65-F5344CB8AC3E}">
        <p14:creationId xmlns:p14="http://schemas.microsoft.com/office/powerpoint/2010/main" val="23024668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deep learning approach for intrusion detection in Internet of Things using focal loss function (3)</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22</a:t>
            </a:fld>
            <a:endParaRPr lang="en-US" altLang="fr-FR" dirty="0"/>
          </a:p>
        </p:txBody>
      </p:sp>
      <p:sp>
        <p:nvSpPr>
          <p:cNvPr id="12" name="Rectangle 11"/>
          <p:cNvSpPr/>
          <p:nvPr/>
        </p:nvSpPr>
        <p:spPr>
          <a:xfrm>
            <a:off x="829356" y="2212848"/>
            <a:ext cx="7745412" cy="2736134"/>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Objectives and contributions: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Overcoming the data imbalance problem for intrusion detection systems in </a:t>
            </a:r>
            <a:r>
              <a:rPr lang="en-US" dirty="0" err="1">
                <a:latin typeface="+mn-lt"/>
              </a:rPr>
              <a:t>IoT</a:t>
            </a:r>
            <a:r>
              <a:rPr lang="en-US" dirty="0">
                <a:latin typeface="+mn-lt"/>
              </a:rPr>
              <a:t>.</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Training DL-based models using focal loss function to overcome imbalanced data in </a:t>
            </a:r>
            <a:r>
              <a:rPr lang="en-US" dirty="0" err="1">
                <a:latin typeface="+mn-lt"/>
              </a:rPr>
              <a:t>IoT</a:t>
            </a:r>
            <a:r>
              <a:rPr lang="en-US" dirty="0">
                <a:latin typeface="+mn-lt"/>
              </a:rPr>
              <a:t> datasets.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Implementing focal loss function in two well-studied Deep Learning (DL) neural network architectures: Feed Forward Neural Networks (FNNs) and Convolutional Neural Networks (CNNs)</a:t>
            </a:r>
          </a:p>
        </p:txBody>
      </p:sp>
    </p:spTree>
    <p:extLst>
      <p:ext uri="{BB962C8B-B14F-4D97-AF65-F5344CB8AC3E}">
        <p14:creationId xmlns:p14="http://schemas.microsoft.com/office/powerpoint/2010/main" val="14240228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deep learning approach for intrusion detection in Internet of Things using focal loss function (3)</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23</a:t>
            </a:fld>
            <a:endParaRPr lang="en-US" altLang="fr-FR" dirty="0"/>
          </a:p>
        </p:txBody>
      </p:sp>
      <p:sp>
        <p:nvSpPr>
          <p:cNvPr id="12" name="Rectangle 11"/>
          <p:cNvSpPr/>
          <p:nvPr/>
        </p:nvSpPr>
        <p:spPr>
          <a:xfrm>
            <a:off x="829356" y="2212848"/>
            <a:ext cx="7745412" cy="3422475"/>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Methodology:</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Modeling the input data as two-dimensional matrix. As a result there is a dataset of N samples with L distinct attack categories.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Using of two DL classification algorithms: Feed-forward Neural Network (FNN) and Convolutional Neural Network (CNN).</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FNN consists of three layers: input layer, output layer, and H number of hidden layers.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The input features of CNN are transformed into meaningful information by convolutions, which are then used to construct the subsequent layers of neural network</a:t>
            </a:r>
          </a:p>
        </p:txBody>
      </p:sp>
    </p:spTree>
    <p:extLst>
      <p:ext uri="{BB962C8B-B14F-4D97-AF65-F5344CB8AC3E}">
        <p14:creationId xmlns:p14="http://schemas.microsoft.com/office/powerpoint/2010/main" val="1684314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Cross-Layer Federated Learning for Lightweight </a:t>
            </a:r>
            <a:r>
              <a:rPr lang="en-US" altLang="fr-FR" sz="2600" b="1" dirty="0" err="1">
                <a:latin typeface="+mn-lt"/>
              </a:rPr>
              <a:t>IoT</a:t>
            </a:r>
            <a:r>
              <a:rPr lang="en-US" altLang="fr-FR" sz="2600" b="1" dirty="0">
                <a:latin typeface="+mn-lt"/>
              </a:rPr>
              <a:t> Intrusion Detection Systems (4)</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24</a:t>
            </a:fld>
            <a:endParaRPr lang="en-US" altLang="fr-FR" dirty="0"/>
          </a:p>
        </p:txBody>
      </p:sp>
      <p:sp>
        <p:nvSpPr>
          <p:cNvPr id="12" name="Rectangle 11"/>
          <p:cNvSpPr/>
          <p:nvPr/>
        </p:nvSpPr>
        <p:spPr>
          <a:xfrm>
            <a:off x="829356" y="2212848"/>
            <a:ext cx="7745412" cy="2182136"/>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Objectives and contributions: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Developing a cross-layer federated learning system tailored for lightweight </a:t>
            </a:r>
            <a:r>
              <a:rPr lang="en-US" dirty="0" err="1">
                <a:latin typeface="+mn-lt"/>
              </a:rPr>
              <a:t>IoT</a:t>
            </a:r>
            <a:r>
              <a:rPr lang="en-US" dirty="0">
                <a:latin typeface="+mn-lt"/>
              </a:rPr>
              <a:t> nodes, utilizing cluster-based sampling and employing lightweight IDS.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Sharing only the model’s statistics with the aggregator.</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Reducing both the risk of adversarial jamming and noise-induced errors.</a:t>
            </a:r>
          </a:p>
        </p:txBody>
      </p:sp>
    </p:spTree>
    <p:extLst>
      <p:ext uri="{BB962C8B-B14F-4D97-AF65-F5344CB8AC3E}">
        <p14:creationId xmlns:p14="http://schemas.microsoft.com/office/powerpoint/2010/main" val="15395331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Cross-Layer Federated Learning for Lightweight </a:t>
            </a:r>
            <a:r>
              <a:rPr lang="en-US" altLang="fr-FR" sz="2600" b="1" dirty="0" err="1">
                <a:latin typeface="+mn-lt"/>
              </a:rPr>
              <a:t>IoT</a:t>
            </a:r>
            <a:r>
              <a:rPr lang="en-US" altLang="fr-FR" sz="2600" b="1" dirty="0">
                <a:latin typeface="+mn-lt"/>
              </a:rPr>
              <a:t> Intrusion Detection Systems (4)</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25</a:t>
            </a:fld>
            <a:endParaRPr lang="en-US" altLang="fr-FR" dirty="0"/>
          </a:p>
        </p:txBody>
      </p:sp>
      <p:pic>
        <p:nvPicPr>
          <p:cNvPr id="2" name="Picture 1"/>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Effect>
                      <a14:saturation sat="400000"/>
                    </a14:imgEffect>
                  </a14:imgLayer>
                </a14:imgProps>
              </a:ext>
            </a:extLst>
          </a:blip>
          <a:stretch>
            <a:fillRect/>
          </a:stretch>
        </p:blipFill>
        <p:spPr>
          <a:xfrm>
            <a:off x="2514600" y="1934936"/>
            <a:ext cx="6527420" cy="4813300"/>
          </a:xfrm>
          <a:prstGeom prst="rect">
            <a:avLst/>
          </a:prstGeom>
        </p:spPr>
      </p:pic>
      <p:sp>
        <p:nvSpPr>
          <p:cNvPr id="12" name="Rectangle 11"/>
          <p:cNvSpPr/>
          <p:nvPr/>
        </p:nvSpPr>
        <p:spPr>
          <a:xfrm>
            <a:off x="674461" y="1784350"/>
            <a:ext cx="3437844" cy="809452"/>
          </a:xfrm>
          <a:prstGeom prst="rect">
            <a:avLst/>
          </a:prstGeom>
        </p:spPr>
        <p:txBody>
          <a:bodyPr wrap="square">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Methodology:</a:t>
            </a:r>
            <a:endParaRPr lang="en-US"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
              <a:defRPr/>
            </a:pPr>
            <a:endParaRPr lang="en-US" dirty="0">
              <a:latin typeface="+mn-lt"/>
            </a:endParaRPr>
          </a:p>
        </p:txBody>
      </p:sp>
    </p:spTree>
    <p:extLst>
      <p:ext uri="{BB962C8B-B14F-4D97-AF65-F5344CB8AC3E}">
        <p14:creationId xmlns:p14="http://schemas.microsoft.com/office/powerpoint/2010/main" val="4854325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stacked ensemble learning model for intrusion detection in wireless network (5)</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26</a:t>
            </a:fld>
            <a:endParaRPr lang="en-US" altLang="fr-FR" dirty="0"/>
          </a:p>
        </p:txBody>
      </p:sp>
      <p:sp>
        <p:nvSpPr>
          <p:cNvPr id="12" name="Rectangle 11"/>
          <p:cNvSpPr/>
          <p:nvPr/>
        </p:nvSpPr>
        <p:spPr>
          <a:xfrm>
            <a:off x="829356" y="2212848"/>
            <a:ext cx="7745412" cy="2736134"/>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Objectives and contributions: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Combining multiple machine learning algorithms called stacked ensemble learning, to detect the attacks in a better manner than conventional learning, where a single algorithm is used to identify the attacks.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Using gradient boosting machine (GBM) and random forest (RF) algorithms by integrating the features of both GBM and RF classifiers.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dirty="0">
                <a:latin typeface="+mn-lt"/>
              </a:rPr>
              <a:t>Using GBM and RF as base learners.</a:t>
            </a:r>
          </a:p>
        </p:txBody>
      </p:sp>
    </p:spTree>
    <p:extLst>
      <p:ext uri="{BB962C8B-B14F-4D97-AF65-F5344CB8AC3E}">
        <p14:creationId xmlns:p14="http://schemas.microsoft.com/office/powerpoint/2010/main" val="42439482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9699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A stacked ensemble learning model for intrusion detection in wireless network (5)</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27</a:t>
            </a:fld>
            <a:endParaRPr lang="en-US" altLang="fr-FR" dirty="0"/>
          </a:p>
        </p:txBody>
      </p:sp>
      <p:sp>
        <p:nvSpPr>
          <p:cNvPr id="12" name="Rectangle 11"/>
          <p:cNvSpPr/>
          <p:nvPr/>
        </p:nvSpPr>
        <p:spPr>
          <a:xfrm>
            <a:off x="829356" y="2212848"/>
            <a:ext cx="7745412" cy="400110"/>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Methodology:</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09686" y="1681162"/>
            <a:ext cx="5180847" cy="5078186"/>
          </a:xfrm>
          <a:prstGeom prst="rect">
            <a:avLst/>
          </a:prstGeom>
        </p:spPr>
      </p:pic>
    </p:spTree>
    <p:extLst>
      <p:ext uri="{BB962C8B-B14F-4D97-AF65-F5344CB8AC3E}">
        <p14:creationId xmlns:p14="http://schemas.microsoft.com/office/powerpoint/2010/main" val="14332590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315200" y="460533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10" name="Rectangle 9"/>
          <p:cNvSpPr/>
          <p:nvPr/>
        </p:nvSpPr>
        <p:spPr>
          <a:xfrm>
            <a:off x="844550" y="2066925"/>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862013" y="26670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425825" y="47244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9703" name="AutoShape 2"/>
          <p:cNvSpPr>
            <a:spLocks noChangeArrowheads="1"/>
          </p:cNvSpPr>
          <p:nvPr/>
        </p:nvSpPr>
        <p:spPr bwMode="auto">
          <a:xfrm>
            <a:off x="1813719" y="3408226"/>
            <a:ext cx="6238875"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Knowledge distillation selected articles</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28</a:t>
            </a:fld>
            <a:endParaRPr lang="en-US" altLang="fr-FR"/>
          </a:p>
        </p:txBody>
      </p:sp>
    </p:spTree>
    <p:extLst>
      <p:ext uri="{BB962C8B-B14F-4D97-AF65-F5344CB8AC3E}">
        <p14:creationId xmlns:p14="http://schemas.microsoft.com/office/powerpoint/2010/main" val="22660336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for Robotics Time Series Classification (6)</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29</a:t>
            </a:fld>
            <a:endParaRPr lang="en-US" altLang="fr-FR" dirty="0"/>
          </a:p>
        </p:txBody>
      </p:sp>
      <p:sp>
        <p:nvSpPr>
          <p:cNvPr id="12" name="Rectangle 11"/>
          <p:cNvSpPr/>
          <p:nvPr/>
        </p:nvSpPr>
        <p:spPr>
          <a:xfrm>
            <a:off x="829356" y="2212848"/>
            <a:ext cx="7745412" cy="707886"/>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Proposed  knowledge distillation architecture for time series classification:</a:t>
            </a:r>
          </a:p>
        </p:txBody>
      </p:sp>
      <p:pic>
        <p:nvPicPr>
          <p:cNvPr id="13" name="Picture 12">
            <a:extLst>
              <a:ext uri="{FF2B5EF4-FFF2-40B4-BE49-F238E27FC236}">
                <a16:creationId xmlns:a16="http://schemas.microsoft.com/office/drawing/2014/main" id="{2BC1B690-8D29-DA89-9593-012EA2533CAE}"/>
              </a:ext>
            </a:extLst>
          </p:cNvPr>
          <p:cNvPicPr>
            <a:picLocks noChangeAspect="1"/>
          </p:cNvPicPr>
          <p:nvPr/>
        </p:nvPicPr>
        <p:blipFill>
          <a:blip r:embed="rId4"/>
          <a:stretch>
            <a:fillRect/>
          </a:stretch>
        </p:blipFill>
        <p:spPr>
          <a:xfrm>
            <a:off x="1556298" y="3041986"/>
            <a:ext cx="6291528" cy="3418232"/>
          </a:xfrm>
          <a:prstGeom prst="rect">
            <a:avLst/>
          </a:prstGeom>
        </p:spPr>
      </p:pic>
    </p:spTree>
    <p:extLst>
      <p:ext uri="{BB962C8B-B14F-4D97-AF65-F5344CB8AC3E}">
        <p14:creationId xmlns:p14="http://schemas.microsoft.com/office/powerpoint/2010/main" val="3036660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for Robotics Time Series Classification (6)</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30</a:t>
            </a:fld>
            <a:endParaRPr lang="en-US" altLang="fr-FR" dirty="0"/>
          </a:p>
        </p:txBody>
      </p:sp>
      <p:sp>
        <p:nvSpPr>
          <p:cNvPr id="12" name="Rectangle 11"/>
          <p:cNvSpPr/>
          <p:nvPr/>
        </p:nvSpPr>
        <p:spPr>
          <a:xfrm>
            <a:off x="829356" y="2212848"/>
            <a:ext cx="7745412" cy="1600438"/>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UCR Archive: </a:t>
            </a:r>
            <a:r>
              <a:rPr lang="en-US" altLang="fr-FR" sz="2000" dirty="0">
                <a:latin typeface="+mn-lt"/>
              </a:rPr>
              <a:t>large repository of 128 time series datasets. (112 used datasets are used in the experiments)</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Results:</a:t>
            </a:r>
          </a:p>
        </p:txBody>
      </p:sp>
      <p:pic>
        <p:nvPicPr>
          <p:cNvPr id="14" name="Picture 13"/>
          <p:cNvPicPr>
            <a:picLocks noChangeAspect="1"/>
          </p:cNvPicPr>
          <p:nvPr/>
        </p:nvPicPr>
        <p:blipFill>
          <a:blip r:embed="rId4"/>
          <a:stretch>
            <a:fillRect/>
          </a:stretch>
        </p:blipFill>
        <p:spPr>
          <a:xfrm>
            <a:off x="3139735" y="3429000"/>
            <a:ext cx="3962400" cy="3065598"/>
          </a:xfrm>
          <a:prstGeom prst="rect">
            <a:avLst/>
          </a:prstGeom>
        </p:spPr>
      </p:pic>
    </p:spTree>
    <p:extLst>
      <p:ext uri="{BB962C8B-B14F-4D97-AF65-F5344CB8AC3E}">
        <p14:creationId xmlns:p14="http://schemas.microsoft.com/office/powerpoint/2010/main" val="25770444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for Robotics Time Series Classification (6)</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31</a:t>
            </a:fld>
            <a:endParaRPr lang="en-US" altLang="fr-FR" dirty="0"/>
          </a:p>
        </p:txBody>
      </p:sp>
      <p:sp>
        <p:nvSpPr>
          <p:cNvPr id="12" name="Rectangle 11"/>
          <p:cNvSpPr/>
          <p:nvPr/>
        </p:nvSpPr>
        <p:spPr>
          <a:xfrm>
            <a:off x="829356" y="2212848"/>
            <a:ext cx="7745412" cy="400110"/>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Results:</a:t>
            </a:r>
          </a:p>
        </p:txBody>
      </p:sp>
      <p:pic>
        <p:nvPicPr>
          <p:cNvPr id="13" name="Picture 12"/>
          <p:cNvPicPr>
            <a:picLocks noChangeAspect="1"/>
          </p:cNvPicPr>
          <p:nvPr/>
        </p:nvPicPr>
        <p:blipFill>
          <a:blip r:embed="rId4"/>
          <a:stretch>
            <a:fillRect/>
          </a:stretch>
        </p:blipFill>
        <p:spPr>
          <a:xfrm>
            <a:off x="663575" y="2676398"/>
            <a:ext cx="3973301" cy="2292179"/>
          </a:xfrm>
          <a:prstGeom prst="rect">
            <a:avLst/>
          </a:prstGeom>
        </p:spPr>
      </p:pic>
      <p:pic>
        <p:nvPicPr>
          <p:cNvPr id="15" name="Picture 14"/>
          <p:cNvPicPr>
            <a:picLocks noChangeAspect="1"/>
          </p:cNvPicPr>
          <p:nvPr/>
        </p:nvPicPr>
        <p:blipFill>
          <a:blip r:embed="rId5"/>
          <a:stretch>
            <a:fillRect/>
          </a:stretch>
        </p:blipFill>
        <p:spPr>
          <a:xfrm>
            <a:off x="4945853" y="3006398"/>
            <a:ext cx="4008201" cy="2663126"/>
          </a:xfrm>
          <a:prstGeom prst="rect">
            <a:avLst/>
          </a:prstGeom>
        </p:spPr>
      </p:pic>
      <p:sp>
        <p:nvSpPr>
          <p:cNvPr id="16" name="TextBox 15"/>
          <p:cNvSpPr txBox="1"/>
          <p:nvPr/>
        </p:nvSpPr>
        <p:spPr>
          <a:xfrm>
            <a:off x="1356638" y="5056914"/>
            <a:ext cx="3626087" cy="369332"/>
          </a:xfrm>
          <a:prstGeom prst="rect">
            <a:avLst/>
          </a:prstGeom>
          <a:noFill/>
        </p:spPr>
        <p:txBody>
          <a:bodyPr wrap="square" rtlCol="0">
            <a:spAutoFit/>
          </a:bodyPr>
          <a:lstStyle/>
          <a:p>
            <a:r>
              <a:rPr lang="en-US" b="1" dirty="0">
                <a:latin typeface="+mn-lt"/>
              </a:rPr>
              <a:t>SonyAIBORobotSurface1 dataset</a:t>
            </a:r>
          </a:p>
        </p:txBody>
      </p:sp>
      <p:sp>
        <p:nvSpPr>
          <p:cNvPr id="17" name="TextBox 16"/>
          <p:cNvSpPr txBox="1"/>
          <p:nvPr/>
        </p:nvSpPr>
        <p:spPr>
          <a:xfrm>
            <a:off x="5545255" y="5865194"/>
            <a:ext cx="3626087" cy="369332"/>
          </a:xfrm>
          <a:prstGeom prst="rect">
            <a:avLst/>
          </a:prstGeom>
          <a:noFill/>
        </p:spPr>
        <p:txBody>
          <a:bodyPr wrap="square" rtlCol="0">
            <a:spAutoFit/>
          </a:bodyPr>
          <a:lstStyle/>
          <a:p>
            <a:r>
              <a:rPr lang="en-US" b="1" dirty="0">
                <a:latin typeface="+mn-lt"/>
              </a:rPr>
              <a:t>SonyAIBORobotSurface2 dataset</a:t>
            </a:r>
          </a:p>
        </p:txBody>
      </p:sp>
    </p:spTree>
    <p:extLst>
      <p:ext uri="{BB962C8B-B14F-4D97-AF65-F5344CB8AC3E}">
        <p14:creationId xmlns:p14="http://schemas.microsoft.com/office/powerpoint/2010/main" val="4441768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Distilling the Knowledge in a Neural Network (7)</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32</a:t>
            </a:fld>
            <a:endParaRPr lang="en-US" altLang="fr-FR" dirty="0"/>
          </a:p>
        </p:txBody>
      </p:sp>
      <p:sp>
        <p:nvSpPr>
          <p:cNvPr id="14" name="Rectangle 13"/>
          <p:cNvSpPr/>
          <p:nvPr/>
        </p:nvSpPr>
        <p:spPr>
          <a:xfrm>
            <a:off x="829356" y="2212848"/>
            <a:ext cx="7745412" cy="4755148"/>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Purpose: </a:t>
            </a:r>
            <a:r>
              <a:rPr lang="en-US" altLang="fr-FR" sz="2000" dirty="0">
                <a:latin typeface="+mn-lt"/>
              </a:rPr>
              <a:t>distilling the knowledge in an ensemble of models into a single model in different experiments such as handwriting recognition, speech recognition, and handling large datasets.</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Challenges:</a:t>
            </a:r>
          </a:p>
          <a:p>
            <a:pPr marL="800100" lvl="1" indent="-342900"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Keeping the same knowledge while changing the form of the model.</a:t>
            </a:r>
          </a:p>
          <a:p>
            <a:pPr marL="800100" lvl="1" indent="-342900"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Successful results on different experiments with big datasets.</a:t>
            </a:r>
          </a:p>
          <a:p>
            <a:pPr marL="800100" lvl="1" indent="-342900"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The amount of computation required at training time is excessive.</a:t>
            </a:r>
          </a:p>
          <a:p>
            <a:pPr marL="800100" lvl="1"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p:txBody>
      </p:sp>
    </p:spTree>
    <p:extLst>
      <p:ext uri="{BB962C8B-B14F-4D97-AF65-F5344CB8AC3E}">
        <p14:creationId xmlns:p14="http://schemas.microsoft.com/office/powerpoint/2010/main" val="7406421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Distilling the Knowledge in a Neural Network (7)</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33</a:t>
            </a:fld>
            <a:endParaRPr lang="en-US" altLang="fr-FR" dirty="0"/>
          </a:p>
        </p:txBody>
      </p:sp>
      <p:sp>
        <p:nvSpPr>
          <p:cNvPr id="14" name="Rectangle 13"/>
          <p:cNvSpPr/>
          <p:nvPr/>
        </p:nvSpPr>
        <p:spPr>
          <a:xfrm>
            <a:off x="829356" y="2212848"/>
            <a:ext cx="7745412" cy="3247043"/>
          </a:xfrm>
          <a:prstGeom prst="rect">
            <a:avLst/>
          </a:prstGeom>
        </p:spPr>
        <p:txBody>
          <a:bodyPr>
            <a:spAutoFit/>
          </a:bodyPr>
          <a:lstStyle/>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Cumbersome Model: </a:t>
            </a:r>
            <a:r>
              <a:rPr lang="en-US" altLang="fr-FR" sz="2000" dirty="0">
                <a:latin typeface="+mn-lt"/>
              </a:rPr>
              <a:t>A large, complex model that is powerful but slow and it takes too much resources. It can make very accurate predictions.</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Experiments on MNIST:</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a:p>
            <a:pPr marL="800100" lvl="1"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p:txBody>
      </p:sp>
      <p:graphicFrame>
        <p:nvGraphicFramePr>
          <p:cNvPr id="12" name="Diagram 11"/>
          <p:cNvGraphicFramePr/>
          <p:nvPr>
            <p:extLst>
              <p:ext uri="{D42A27DB-BD31-4B8C-83A1-F6EECF244321}">
                <p14:modId xmlns:p14="http://schemas.microsoft.com/office/powerpoint/2010/main" val="3002945343"/>
              </p:ext>
            </p:extLst>
          </p:nvPr>
        </p:nvGraphicFramePr>
        <p:xfrm>
          <a:off x="1160917" y="3616581"/>
          <a:ext cx="7558461" cy="26318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258225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Distilling the Knowledge in a Neural Network (7)</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34</a:t>
            </a:fld>
            <a:endParaRPr lang="en-US" altLang="fr-FR" dirty="0"/>
          </a:p>
        </p:txBody>
      </p:sp>
      <p:sp>
        <p:nvSpPr>
          <p:cNvPr id="14" name="Rectangle 13"/>
          <p:cNvSpPr/>
          <p:nvPr/>
        </p:nvSpPr>
        <p:spPr>
          <a:xfrm>
            <a:off x="829356" y="2212848"/>
            <a:ext cx="7745412" cy="2185214"/>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Experiments on Speech Recognition:</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a:p>
            <a:pPr marL="800100" lvl="1"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p:txBody>
      </p:sp>
      <p:graphicFrame>
        <p:nvGraphicFramePr>
          <p:cNvPr id="13" name="Diagram 12"/>
          <p:cNvGraphicFramePr/>
          <p:nvPr>
            <p:extLst>
              <p:ext uri="{D42A27DB-BD31-4B8C-83A1-F6EECF244321}">
                <p14:modId xmlns:p14="http://schemas.microsoft.com/office/powerpoint/2010/main" val="2513898233"/>
              </p:ext>
            </p:extLst>
          </p:nvPr>
        </p:nvGraphicFramePr>
        <p:xfrm>
          <a:off x="1012599" y="2847884"/>
          <a:ext cx="7558461" cy="26318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73622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Distilling the Knowledge in a Neural Network (7)</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35</a:t>
            </a:fld>
            <a:endParaRPr lang="en-US" altLang="fr-FR" dirty="0"/>
          </a:p>
        </p:txBody>
      </p:sp>
      <p:sp>
        <p:nvSpPr>
          <p:cNvPr id="14" name="Rectangle 13"/>
          <p:cNvSpPr/>
          <p:nvPr/>
        </p:nvSpPr>
        <p:spPr>
          <a:xfrm>
            <a:off x="829356" y="2212848"/>
            <a:ext cx="7745412" cy="2185214"/>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Experiments on ensembles of specialists on very big datasets:</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a:p>
            <a:pPr marL="800100" lvl="1"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p:txBody>
      </p:sp>
      <p:graphicFrame>
        <p:nvGraphicFramePr>
          <p:cNvPr id="12" name="Diagram 11"/>
          <p:cNvGraphicFramePr/>
          <p:nvPr>
            <p:extLst>
              <p:ext uri="{D42A27DB-BD31-4B8C-83A1-F6EECF244321}">
                <p14:modId xmlns:p14="http://schemas.microsoft.com/office/powerpoint/2010/main" val="1641951707"/>
              </p:ext>
            </p:extLst>
          </p:nvPr>
        </p:nvGraphicFramePr>
        <p:xfrm>
          <a:off x="1014984" y="2843784"/>
          <a:ext cx="7558461" cy="26318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758053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Distilling the Knowledge in a Neural Network (7)</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36</a:t>
            </a:fld>
            <a:endParaRPr lang="en-US" altLang="fr-FR" dirty="0"/>
          </a:p>
        </p:txBody>
      </p:sp>
      <p:sp>
        <p:nvSpPr>
          <p:cNvPr id="14" name="Rectangle 13"/>
          <p:cNvSpPr/>
          <p:nvPr/>
        </p:nvSpPr>
        <p:spPr>
          <a:xfrm>
            <a:off x="829356" y="2212848"/>
            <a:ext cx="7745412" cy="2185214"/>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Using Soft Targets instead of Hard Targets:</a:t>
            </a: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a:p>
            <a:pPr marL="800100" lvl="1"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dirty="0">
              <a:latin typeface="+mn-lt"/>
            </a:endParaRPr>
          </a:p>
        </p:txBody>
      </p:sp>
      <p:graphicFrame>
        <p:nvGraphicFramePr>
          <p:cNvPr id="13" name="Diagram 12"/>
          <p:cNvGraphicFramePr/>
          <p:nvPr>
            <p:extLst>
              <p:ext uri="{D42A27DB-BD31-4B8C-83A1-F6EECF244321}">
                <p14:modId xmlns:p14="http://schemas.microsoft.com/office/powerpoint/2010/main" val="3018601369"/>
              </p:ext>
            </p:extLst>
          </p:nvPr>
        </p:nvGraphicFramePr>
        <p:xfrm>
          <a:off x="1014984" y="2843784"/>
          <a:ext cx="7558461" cy="26318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254797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37</a:t>
            </a:fld>
            <a:endParaRPr lang="en-US" altLang="fr-FR" dirty="0"/>
          </a:p>
        </p:txBody>
      </p:sp>
      <p:sp>
        <p:nvSpPr>
          <p:cNvPr id="14" name="Rectangle 13"/>
          <p:cNvSpPr/>
          <p:nvPr/>
        </p:nvSpPr>
        <p:spPr>
          <a:xfrm>
            <a:off x="829356" y="2212848"/>
            <a:ext cx="7745412" cy="3724096"/>
          </a:xfrm>
          <a:prstGeom prst="rect">
            <a:avLst/>
          </a:prstGeom>
        </p:spPr>
        <p:txBody>
          <a:bodyPr>
            <a:spAutoFit/>
          </a:bodyPr>
          <a:lstStyle/>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Purpose: </a:t>
            </a:r>
            <a:r>
              <a:rPr lang="en-US" altLang="fr-FR" sz="2000" dirty="0">
                <a:latin typeface="+mn-lt"/>
              </a:rPr>
              <a:t>proposing a hybrid network, called deep knowledge distillation, based on the graph neural network that combines self-distillation with mutual learning, to capture the complex interaction between various traffic variables.</a:t>
            </a:r>
          </a:p>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Goals: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Reducing model complexity and improving prediction accuracy.</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Employing encoder-decoder structure to capture temporal dependencies.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altLang="fr-FR" sz="2000" dirty="0">
                <a:latin typeface="+mn-lt"/>
              </a:rPr>
              <a:t>Integrating the GNN architecture with mutual learning and self distillation techniques.</a:t>
            </a:r>
          </a:p>
        </p:txBody>
      </p:sp>
    </p:spTree>
    <p:extLst>
      <p:ext uri="{BB962C8B-B14F-4D97-AF65-F5344CB8AC3E}">
        <p14:creationId xmlns:p14="http://schemas.microsoft.com/office/powerpoint/2010/main" val="40313392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38</a:t>
            </a:fld>
            <a:endParaRPr lang="en-US" altLang="fr-FR" dirty="0"/>
          </a:p>
        </p:txBody>
      </p:sp>
      <p:sp>
        <p:nvSpPr>
          <p:cNvPr id="14" name="Rectangle 13"/>
          <p:cNvSpPr/>
          <p:nvPr/>
        </p:nvSpPr>
        <p:spPr>
          <a:xfrm>
            <a:off x="829356" y="2212848"/>
            <a:ext cx="7745412" cy="400110"/>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Architecture of deep knowledge distillation:</a:t>
            </a:r>
          </a:p>
        </p:txBody>
      </p:sp>
      <p:pic>
        <p:nvPicPr>
          <p:cNvPr id="2" name="Picture 1"/>
          <p:cNvPicPr>
            <a:picLocks noChangeAspect="1"/>
          </p:cNvPicPr>
          <p:nvPr/>
        </p:nvPicPr>
        <p:blipFill>
          <a:blip r:embed="rId4"/>
          <a:stretch>
            <a:fillRect/>
          </a:stretch>
        </p:blipFill>
        <p:spPr>
          <a:xfrm>
            <a:off x="1829095" y="2772008"/>
            <a:ext cx="6583680" cy="3965342"/>
          </a:xfrm>
          <a:prstGeom prst="rect">
            <a:avLst/>
          </a:prstGeom>
        </p:spPr>
      </p:pic>
    </p:spTree>
    <p:extLst>
      <p:ext uri="{BB962C8B-B14F-4D97-AF65-F5344CB8AC3E}">
        <p14:creationId xmlns:p14="http://schemas.microsoft.com/office/powerpoint/2010/main" val="2085168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39</a:t>
            </a:fld>
            <a:endParaRPr lang="en-US" altLang="fr-FR" dirty="0"/>
          </a:p>
        </p:txBody>
      </p:sp>
      <p:sp>
        <p:nvSpPr>
          <p:cNvPr id="14" name="Rectangle 13"/>
          <p:cNvSpPr/>
          <p:nvPr/>
        </p:nvSpPr>
        <p:spPr>
          <a:xfrm>
            <a:off x="829356" y="2212848"/>
            <a:ext cx="7745412" cy="400110"/>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Architecture of mutual learning:</a:t>
            </a:r>
          </a:p>
        </p:txBody>
      </p:sp>
      <p:pic>
        <p:nvPicPr>
          <p:cNvPr id="4" name="Picture 3"/>
          <p:cNvPicPr>
            <a:picLocks noChangeAspect="1"/>
          </p:cNvPicPr>
          <p:nvPr/>
        </p:nvPicPr>
        <p:blipFill>
          <a:blip r:embed="rId4"/>
          <a:stretch>
            <a:fillRect/>
          </a:stretch>
        </p:blipFill>
        <p:spPr>
          <a:xfrm>
            <a:off x="1410857" y="3139176"/>
            <a:ext cx="6583680" cy="3109224"/>
          </a:xfrm>
          <a:prstGeom prst="rect">
            <a:avLst/>
          </a:prstGeom>
        </p:spPr>
      </p:pic>
    </p:spTree>
    <p:extLst>
      <p:ext uri="{BB962C8B-B14F-4D97-AF65-F5344CB8AC3E}">
        <p14:creationId xmlns:p14="http://schemas.microsoft.com/office/powerpoint/2010/main" val="295657415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40</a:t>
            </a:fld>
            <a:endParaRPr lang="en-US" altLang="fr-FR" dirty="0"/>
          </a:p>
        </p:txBody>
      </p:sp>
      <p:sp>
        <p:nvSpPr>
          <p:cNvPr id="14" name="Rectangle 13"/>
          <p:cNvSpPr/>
          <p:nvPr/>
        </p:nvSpPr>
        <p:spPr>
          <a:xfrm>
            <a:off x="829356" y="2212848"/>
            <a:ext cx="7745412" cy="400110"/>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Architecture of self distillation:</a:t>
            </a:r>
          </a:p>
        </p:txBody>
      </p:sp>
      <p:pic>
        <p:nvPicPr>
          <p:cNvPr id="2" name="Picture 1"/>
          <p:cNvPicPr>
            <a:picLocks noChangeAspect="1"/>
          </p:cNvPicPr>
          <p:nvPr/>
        </p:nvPicPr>
        <p:blipFill>
          <a:blip r:embed="rId4"/>
          <a:stretch>
            <a:fillRect/>
          </a:stretch>
        </p:blipFill>
        <p:spPr>
          <a:xfrm>
            <a:off x="1410857" y="3382768"/>
            <a:ext cx="6583680" cy="1904771"/>
          </a:xfrm>
          <a:prstGeom prst="rect">
            <a:avLst/>
          </a:prstGeom>
        </p:spPr>
      </p:pic>
    </p:spTree>
    <p:extLst>
      <p:ext uri="{BB962C8B-B14F-4D97-AF65-F5344CB8AC3E}">
        <p14:creationId xmlns:p14="http://schemas.microsoft.com/office/powerpoint/2010/main" val="25537471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41</a:t>
            </a:fld>
            <a:endParaRPr lang="en-US" altLang="fr-FR" dirty="0"/>
          </a:p>
        </p:txBody>
      </p:sp>
      <p:graphicFrame>
        <p:nvGraphicFramePr>
          <p:cNvPr id="13" name="Diagram 12"/>
          <p:cNvGraphicFramePr/>
          <p:nvPr>
            <p:extLst>
              <p:ext uri="{D42A27DB-BD31-4B8C-83A1-F6EECF244321}">
                <p14:modId xmlns:p14="http://schemas.microsoft.com/office/powerpoint/2010/main" val="3300082592"/>
              </p:ext>
            </p:extLst>
          </p:nvPr>
        </p:nvGraphicFramePr>
        <p:xfrm>
          <a:off x="870857" y="2438400"/>
          <a:ext cx="8229600" cy="304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15892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Deep knowledge distillation: A self-mutual learning framework for traffic prediction (8)</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42</a:t>
            </a:fld>
            <a:endParaRPr lang="en-US" altLang="fr-FR" dirty="0"/>
          </a:p>
        </p:txBody>
      </p:sp>
      <p:graphicFrame>
        <p:nvGraphicFramePr>
          <p:cNvPr id="15" name="Diagram 14"/>
          <p:cNvGraphicFramePr/>
          <p:nvPr>
            <p:extLst>
              <p:ext uri="{D42A27DB-BD31-4B8C-83A1-F6EECF244321}">
                <p14:modId xmlns:p14="http://schemas.microsoft.com/office/powerpoint/2010/main" val="77628966"/>
              </p:ext>
            </p:extLst>
          </p:nvPr>
        </p:nvGraphicFramePr>
        <p:xfrm>
          <a:off x="868680" y="2441448"/>
          <a:ext cx="8180090" cy="28529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536087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on Spatial-Temporal Graph Convolutional Network for Traffic Prediction (9)</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43</a:t>
            </a:fld>
            <a:endParaRPr lang="en-US" altLang="fr-FR" dirty="0"/>
          </a:p>
        </p:txBody>
      </p:sp>
      <p:sp>
        <p:nvSpPr>
          <p:cNvPr id="14" name="Rectangle 13"/>
          <p:cNvSpPr/>
          <p:nvPr/>
        </p:nvSpPr>
        <p:spPr>
          <a:xfrm>
            <a:off x="829356" y="2212848"/>
            <a:ext cx="7745412" cy="4219617"/>
          </a:xfrm>
          <a:prstGeom prst="rect">
            <a:avLst/>
          </a:prstGeom>
        </p:spPr>
        <p:txBody>
          <a:bodyPr>
            <a:spAutoFit/>
          </a:bodyPr>
          <a:lstStyle/>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Main Purpose: </a:t>
            </a:r>
            <a:r>
              <a:rPr lang="en-US" altLang="fr-FR" dirty="0">
                <a:latin typeface="+mn-lt"/>
              </a:rPr>
              <a:t>employing a </a:t>
            </a:r>
            <a:r>
              <a:rPr lang="en-US" altLang="fr-FR" dirty="0" err="1">
                <a:latin typeface="+mn-lt"/>
              </a:rPr>
              <a:t>spatio</a:t>
            </a:r>
            <a:r>
              <a:rPr lang="en-US" altLang="fr-FR" dirty="0">
                <a:latin typeface="+mn-lt"/>
              </a:rPr>
              <a:t>-temporal graph neural network (ST-GNN) to model a real-time traffic data as temporal graphs with using knowledge distillation (KD) as a solution to enhance the execution time</a:t>
            </a:r>
          </a:p>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altLang="fr-FR" sz="2000" b="1" dirty="0">
                <a:latin typeface="+mn-lt"/>
              </a:rPr>
              <a:t>Definitions: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altLang="fr-FR" dirty="0" err="1">
                <a:latin typeface="+mn-lt"/>
              </a:rPr>
              <a:t>Spatio</a:t>
            </a:r>
            <a:r>
              <a:rPr lang="en-US" altLang="fr-FR" dirty="0">
                <a:latin typeface="+mn-lt"/>
              </a:rPr>
              <a:t>-Temporal Graph Neural Networks (ST-GCN): The ST-GCN is a type of neural network used for analyzing and predicting traffic patterns by understanding both spatial and temporal correlations.</a:t>
            </a:r>
          </a:p>
          <a:p>
            <a:pPr marL="800100" lvl="1" indent="-342900" algn="just" eaLnBrk="1" hangingPunct="1">
              <a:spcBef>
                <a:spcPct val="20000"/>
              </a:spcBef>
              <a:spcAft>
                <a:spcPts val="600"/>
              </a:spcAft>
              <a:buClr>
                <a:srgbClr val="006666"/>
              </a:buClr>
              <a:buSzPct val="100000"/>
              <a:buFont typeface="Arial" panose="020B0604020202020204" pitchFamily="34" charset="0"/>
              <a:buChar char="•"/>
              <a:defRPr/>
            </a:pPr>
            <a:r>
              <a:rPr lang="en-US" altLang="fr-FR" dirty="0">
                <a:latin typeface="+mn-lt"/>
              </a:rPr>
              <a:t>Pruning Algorithm: removing unimportant parameters from the teacher network. This reduces the size of the network and improves computational efficiency. </a:t>
            </a:r>
          </a:p>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altLang="fr-FR" sz="2000" b="1" dirty="0">
              <a:latin typeface="+mn-lt"/>
            </a:endParaRPr>
          </a:p>
        </p:txBody>
      </p:sp>
    </p:spTree>
    <p:extLst>
      <p:ext uri="{BB962C8B-B14F-4D97-AF65-F5344CB8AC3E}">
        <p14:creationId xmlns:p14="http://schemas.microsoft.com/office/powerpoint/2010/main" val="42641592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on Spatial-Temporal Graph Convolutional Network for Traffic Prediction (9)</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44</a:t>
            </a:fld>
            <a:endParaRPr lang="en-US" altLang="fr-FR" dirty="0"/>
          </a:p>
        </p:txBody>
      </p:sp>
      <p:sp>
        <p:nvSpPr>
          <p:cNvPr id="14" name="Rectangle 13"/>
          <p:cNvSpPr/>
          <p:nvPr/>
        </p:nvSpPr>
        <p:spPr>
          <a:xfrm>
            <a:off x="829356" y="2212848"/>
            <a:ext cx="7745412" cy="400110"/>
          </a:xfrm>
          <a:prstGeom prst="rect">
            <a:avLst/>
          </a:prstGeom>
        </p:spPr>
        <p:txBody>
          <a:bodyPr>
            <a:spAutoFit/>
          </a:bodyPr>
          <a:lstStyle/>
          <a:p>
            <a:pPr eaLnBrk="1" hangingPunct="1">
              <a:spcBef>
                <a:spcPct val="20000"/>
              </a:spcBef>
              <a:spcAft>
                <a:spcPts val="600"/>
              </a:spcAft>
              <a:buClr>
                <a:srgbClr val="006666"/>
              </a:buClr>
              <a:buSzPct val="75000"/>
              <a:defRPr/>
            </a:pPr>
            <a:r>
              <a:rPr lang="en-US" altLang="fr-FR" sz="2000" b="1" dirty="0">
                <a:latin typeface="+mn-lt"/>
              </a:rPr>
              <a:t>Neural Architecture:</a:t>
            </a:r>
          </a:p>
        </p:txBody>
      </p:sp>
      <p:pic>
        <p:nvPicPr>
          <p:cNvPr id="6" name="Picture 5"/>
          <p:cNvPicPr>
            <a:picLocks noChangeAspect="1"/>
          </p:cNvPicPr>
          <p:nvPr/>
        </p:nvPicPr>
        <p:blipFill>
          <a:blip r:embed="rId4" cstate="print">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5099164" y="1758419"/>
            <a:ext cx="3192723" cy="4978931"/>
          </a:xfrm>
          <a:prstGeom prst="rect">
            <a:avLst/>
          </a:prstGeom>
        </p:spPr>
      </p:pic>
    </p:spTree>
    <p:extLst>
      <p:ext uri="{BB962C8B-B14F-4D97-AF65-F5344CB8AC3E}">
        <p14:creationId xmlns:p14="http://schemas.microsoft.com/office/powerpoint/2010/main" val="6373768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on Spatial-Temporal Graph Convolutional Network for Traffic Prediction (9)</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45</a:t>
            </a:fld>
            <a:endParaRPr lang="en-US" altLang="fr-FR" dirty="0"/>
          </a:p>
        </p:txBody>
      </p:sp>
      <p:graphicFrame>
        <p:nvGraphicFramePr>
          <p:cNvPr id="12" name="Diagram 11">
            <a:extLst>
              <a:ext uri="{FF2B5EF4-FFF2-40B4-BE49-F238E27FC236}">
                <a16:creationId xmlns:a16="http://schemas.microsoft.com/office/drawing/2014/main" id="{BA8880B7-DABF-18A5-0AF8-ABC4C8108C72}"/>
              </a:ext>
            </a:extLst>
          </p:cNvPr>
          <p:cNvGraphicFramePr/>
          <p:nvPr>
            <p:extLst>
              <p:ext uri="{D42A27DB-BD31-4B8C-83A1-F6EECF244321}">
                <p14:modId xmlns:p14="http://schemas.microsoft.com/office/powerpoint/2010/main" val="293413851"/>
              </p:ext>
            </p:extLst>
          </p:nvPr>
        </p:nvGraphicFramePr>
        <p:xfrm>
          <a:off x="868680" y="2441448"/>
          <a:ext cx="8238769" cy="39916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907855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eaLnBrk="1" hangingPunct="1">
              <a:lnSpc>
                <a:spcPct val="90000"/>
              </a:lnSpc>
              <a:spcBef>
                <a:spcPct val="0"/>
              </a:spcBef>
              <a:buClrTx/>
              <a:buSzTx/>
              <a:buFontTx/>
              <a:buNone/>
            </a:pPr>
            <a:r>
              <a:rPr lang="en-US" altLang="fr-FR" sz="2600" b="1" dirty="0">
                <a:latin typeface="+mn-lt"/>
              </a:rPr>
              <a:t>Knowledge Distillation on Spatial-Temporal Graph Convolutional Network for Traffic Prediction (9)</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46</a:t>
            </a:fld>
            <a:endParaRPr lang="en-US" altLang="fr-FR" dirty="0"/>
          </a:p>
        </p:txBody>
      </p:sp>
      <p:graphicFrame>
        <p:nvGraphicFramePr>
          <p:cNvPr id="12" name="Diagram 11">
            <a:extLst>
              <a:ext uri="{FF2B5EF4-FFF2-40B4-BE49-F238E27FC236}">
                <a16:creationId xmlns:a16="http://schemas.microsoft.com/office/drawing/2014/main" id="{BA8880B7-DABF-18A5-0AF8-ABC4C8108C72}"/>
              </a:ext>
            </a:extLst>
          </p:cNvPr>
          <p:cNvGraphicFramePr/>
          <p:nvPr>
            <p:extLst>
              <p:ext uri="{D42A27DB-BD31-4B8C-83A1-F6EECF244321}">
                <p14:modId xmlns:p14="http://schemas.microsoft.com/office/powerpoint/2010/main" val="3473879779"/>
              </p:ext>
            </p:extLst>
          </p:nvPr>
        </p:nvGraphicFramePr>
        <p:xfrm>
          <a:off x="868680" y="2441449"/>
          <a:ext cx="8238769" cy="28163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313974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2600" b="1" dirty="0">
                <a:latin typeface="+mn-lt"/>
              </a:rPr>
              <a:t>COMPARATIVE STUDY – Selected AI in </a:t>
            </a:r>
            <a:r>
              <a:rPr lang="en-US" altLang="fr-FR" sz="2600" b="1" dirty="0" err="1">
                <a:latin typeface="+mn-lt"/>
              </a:rPr>
              <a:t>IoIDT</a:t>
            </a:r>
            <a:r>
              <a:rPr lang="en-US" altLang="fr-FR" sz="2600" b="1" dirty="0">
                <a:latin typeface="+mn-lt"/>
              </a:rPr>
              <a:t> Articles</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47</a:t>
            </a:fld>
            <a:endParaRPr lang="en-US" altLang="fr-FR" dirty="0"/>
          </a:p>
        </p:txBody>
      </p:sp>
      <p:graphicFrame>
        <p:nvGraphicFramePr>
          <p:cNvPr id="13" name="Table 12"/>
          <p:cNvGraphicFramePr>
            <a:graphicFrameLocks noGrp="1"/>
          </p:cNvGraphicFramePr>
          <p:nvPr>
            <p:extLst>
              <p:ext uri="{D42A27DB-BD31-4B8C-83A1-F6EECF244321}">
                <p14:modId xmlns:p14="http://schemas.microsoft.com/office/powerpoint/2010/main" val="1012143378"/>
              </p:ext>
            </p:extLst>
          </p:nvPr>
        </p:nvGraphicFramePr>
        <p:xfrm>
          <a:off x="1077913" y="2441448"/>
          <a:ext cx="7675787" cy="2225040"/>
        </p:xfrm>
        <a:graphic>
          <a:graphicData uri="http://schemas.openxmlformats.org/drawingml/2006/table">
            <a:tbl>
              <a:tblPr firstRow="1" bandRow="1">
                <a:tableStyleId>{1E171933-4619-4E11-9A3F-F7608DF75F80}</a:tableStyleId>
              </a:tblPr>
              <a:tblGrid>
                <a:gridCol w="1096541">
                  <a:extLst>
                    <a:ext uri="{9D8B030D-6E8A-4147-A177-3AD203B41FA5}">
                      <a16:colId xmlns:a16="http://schemas.microsoft.com/office/drawing/2014/main" val="2688811101"/>
                    </a:ext>
                  </a:extLst>
                </a:gridCol>
                <a:gridCol w="1096541">
                  <a:extLst>
                    <a:ext uri="{9D8B030D-6E8A-4147-A177-3AD203B41FA5}">
                      <a16:colId xmlns:a16="http://schemas.microsoft.com/office/drawing/2014/main" val="162198196"/>
                    </a:ext>
                  </a:extLst>
                </a:gridCol>
                <a:gridCol w="1096541">
                  <a:extLst>
                    <a:ext uri="{9D8B030D-6E8A-4147-A177-3AD203B41FA5}">
                      <a16:colId xmlns:a16="http://schemas.microsoft.com/office/drawing/2014/main" val="120341524"/>
                    </a:ext>
                  </a:extLst>
                </a:gridCol>
                <a:gridCol w="1096541">
                  <a:extLst>
                    <a:ext uri="{9D8B030D-6E8A-4147-A177-3AD203B41FA5}">
                      <a16:colId xmlns:a16="http://schemas.microsoft.com/office/drawing/2014/main" val="3899605384"/>
                    </a:ext>
                  </a:extLst>
                </a:gridCol>
                <a:gridCol w="1096541">
                  <a:extLst>
                    <a:ext uri="{9D8B030D-6E8A-4147-A177-3AD203B41FA5}">
                      <a16:colId xmlns:a16="http://schemas.microsoft.com/office/drawing/2014/main" val="110962432"/>
                    </a:ext>
                  </a:extLst>
                </a:gridCol>
                <a:gridCol w="1096541">
                  <a:extLst>
                    <a:ext uri="{9D8B030D-6E8A-4147-A177-3AD203B41FA5}">
                      <a16:colId xmlns:a16="http://schemas.microsoft.com/office/drawing/2014/main" val="3980378312"/>
                    </a:ext>
                  </a:extLst>
                </a:gridCol>
                <a:gridCol w="1096541">
                  <a:extLst>
                    <a:ext uri="{9D8B030D-6E8A-4147-A177-3AD203B41FA5}">
                      <a16:colId xmlns:a16="http://schemas.microsoft.com/office/drawing/2014/main" val="3003408319"/>
                    </a:ext>
                  </a:extLst>
                </a:gridCol>
              </a:tblGrid>
              <a:tr h="370840">
                <a:tc>
                  <a:txBody>
                    <a:bodyPr/>
                    <a:lstStyle/>
                    <a:p>
                      <a:endParaRPr lang="en-US" sz="1600" dirty="0"/>
                    </a:p>
                  </a:txBody>
                  <a:tcPr/>
                </a:tc>
                <a:tc>
                  <a:txBody>
                    <a:bodyPr/>
                    <a:lstStyle/>
                    <a:p>
                      <a:r>
                        <a:rPr lang="en-US" sz="1600" dirty="0"/>
                        <a:t>Accuracy</a:t>
                      </a:r>
                    </a:p>
                  </a:txBody>
                  <a:tcPr/>
                </a:tc>
                <a:tc>
                  <a:txBody>
                    <a:bodyPr/>
                    <a:lstStyle/>
                    <a:p>
                      <a:r>
                        <a:rPr lang="en-US" sz="1600" dirty="0"/>
                        <a:t>Recall</a:t>
                      </a:r>
                    </a:p>
                  </a:txBody>
                  <a:tcPr/>
                </a:tc>
                <a:tc>
                  <a:txBody>
                    <a:bodyPr/>
                    <a:lstStyle/>
                    <a:p>
                      <a:r>
                        <a:rPr lang="en-US" sz="1600" dirty="0"/>
                        <a:t>Precision</a:t>
                      </a:r>
                    </a:p>
                  </a:txBody>
                  <a:tcPr/>
                </a:tc>
                <a:tc>
                  <a:txBody>
                    <a:bodyPr/>
                    <a:lstStyle/>
                    <a:p>
                      <a:r>
                        <a:rPr lang="en-US" sz="1600" dirty="0"/>
                        <a:t>F1-score</a:t>
                      </a:r>
                    </a:p>
                  </a:txBody>
                  <a:tcPr/>
                </a:tc>
                <a:tc>
                  <a:txBody>
                    <a:bodyPr/>
                    <a:lstStyle/>
                    <a:p>
                      <a:r>
                        <a:rPr lang="en-US" sz="1600" dirty="0"/>
                        <a:t>FPR</a:t>
                      </a:r>
                    </a:p>
                  </a:txBody>
                  <a:tcPr/>
                </a:tc>
                <a:tc>
                  <a:txBody>
                    <a:bodyPr/>
                    <a:lstStyle/>
                    <a:p>
                      <a:r>
                        <a:rPr lang="en-US" sz="1600" dirty="0"/>
                        <a:t>Specificity</a:t>
                      </a:r>
                    </a:p>
                  </a:txBody>
                  <a:tcPr/>
                </a:tc>
                <a:extLst>
                  <a:ext uri="{0D108BD9-81ED-4DB2-BD59-A6C34878D82A}">
                    <a16:rowId xmlns:a16="http://schemas.microsoft.com/office/drawing/2014/main" val="608744359"/>
                  </a:ext>
                </a:extLst>
              </a:tr>
              <a:tr h="370840">
                <a:tc>
                  <a:txBody>
                    <a:bodyPr/>
                    <a:lstStyle/>
                    <a:p>
                      <a:r>
                        <a:rPr lang="en-US" sz="1600" dirty="0"/>
                        <a:t>(</a:t>
                      </a:r>
                      <a:r>
                        <a:rPr lang="en-US" sz="1600" dirty="0">
                          <a:hlinkClick r:id="rId4" action="ppaction://hlinksldjump"/>
                        </a:rPr>
                        <a:t>1</a:t>
                      </a:r>
                      <a:r>
                        <a:rPr lang="en-US" sz="1600" dirty="0"/>
                        <a:t>)</a:t>
                      </a:r>
                    </a:p>
                  </a:txBody>
                  <a:tcPr/>
                </a:tc>
                <a:tc>
                  <a:txBody>
                    <a:bodyPr/>
                    <a:lstStyle/>
                    <a:p>
                      <a:r>
                        <a:rPr lang="en-US" sz="1600" dirty="0"/>
                        <a:t>98.99%</a:t>
                      </a:r>
                    </a:p>
                  </a:txBody>
                  <a:tcPr/>
                </a:tc>
                <a:tc>
                  <a:txBody>
                    <a:bodyPr/>
                    <a:lstStyle/>
                    <a:p>
                      <a:r>
                        <a:rPr lang="en-US" sz="1600" dirty="0"/>
                        <a:t>96.97%</a:t>
                      </a:r>
                    </a:p>
                  </a:txBody>
                  <a:tcPr/>
                </a:tc>
                <a:tc>
                  <a:txBody>
                    <a:bodyPr/>
                    <a:lstStyle/>
                    <a:p>
                      <a:r>
                        <a:rPr lang="en-US" sz="1600" dirty="0"/>
                        <a:t>96.97%</a:t>
                      </a:r>
                    </a:p>
                  </a:txBody>
                  <a:tcPr/>
                </a:tc>
                <a:tc>
                  <a:txBody>
                    <a:bodyPr/>
                    <a:lstStyle/>
                    <a:p>
                      <a:r>
                        <a:rPr lang="en-US" sz="1600" dirty="0"/>
                        <a:t>96.97%</a:t>
                      </a:r>
                    </a:p>
                  </a:txBody>
                  <a:tcPr/>
                </a:tc>
                <a:tc>
                  <a:txBody>
                    <a:bodyPr/>
                    <a:lstStyle/>
                    <a:p>
                      <a:r>
                        <a:rPr lang="en-US" sz="1600" dirty="0"/>
                        <a:t>0.61%</a:t>
                      </a:r>
                    </a:p>
                  </a:txBody>
                  <a:tcPr/>
                </a:tc>
                <a:tc>
                  <a:txBody>
                    <a:bodyPr/>
                    <a:lstStyle/>
                    <a:p>
                      <a:r>
                        <a:rPr lang="en-US" sz="1600" dirty="0"/>
                        <a:t>99.39%</a:t>
                      </a:r>
                    </a:p>
                  </a:txBody>
                  <a:tcPr/>
                </a:tc>
                <a:extLst>
                  <a:ext uri="{0D108BD9-81ED-4DB2-BD59-A6C34878D82A}">
                    <a16:rowId xmlns:a16="http://schemas.microsoft.com/office/drawing/2014/main" val="2350386912"/>
                  </a:ext>
                </a:extLst>
              </a:tr>
              <a:tr h="370840">
                <a:tc>
                  <a:txBody>
                    <a:bodyPr/>
                    <a:lstStyle/>
                    <a:p>
                      <a:r>
                        <a:rPr lang="en-US" sz="1600" dirty="0">
                          <a:hlinkClick r:id="rId4" action="ppaction://hlinksldjump"/>
                        </a:rPr>
                        <a:t>(2)</a:t>
                      </a:r>
                      <a:endParaRPr lang="en-US" sz="1600" dirty="0"/>
                    </a:p>
                  </a:txBody>
                  <a:tcPr/>
                </a:tc>
                <a:tc>
                  <a:txBody>
                    <a:bodyPr/>
                    <a:lstStyle/>
                    <a:p>
                      <a:r>
                        <a:rPr lang="en-US" sz="1600" dirty="0"/>
                        <a:t>66%</a:t>
                      </a:r>
                    </a:p>
                  </a:txBody>
                  <a:tcPr/>
                </a:tc>
                <a:tc>
                  <a:txBody>
                    <a:bodyPr/>
                    <a:lstStyle/>
                    <a:p>
                      <a:r>
                        <a:rPr lang="en-US" sz="1600" dirty="0"/>
                        <a:t>65.7%</a:t>
                      </a:r>
                    </a:p>
                  </a:txBody>
                  <a:tcPr/>
                </a:tc>
                <a:tc>
                  <a:txBody>
                    <a:bodyPr/>
                    <a:lstStyle/>
                    <a:p>
                      <a:r>
                        <a:rPr lang="en-US" sz="1600" dirty="0"/>
                        <a:t>65.7%</a:t>
                      </a:r>
                    </a:p>
                  </a:txBody>
                  <a:tcPr/>
                </a:tc>
                <a:tc>
                  <a:txBody>
                    <a:bodyPr/>
                    <a:lstStyle/>
                    <a:p>
                      <a:r>
                        <a:rPr lang="en-US" sz="1600" dirty="0"/>
                        <a:t>73.3%</a:t>
                      </a:r>
                    </a:p>
                  </a:txBody>
                  <a:tcPr/>
                </a:tc>
                <a:tc>
                  <a:txBody>
                    <a:bodyPr/>
                    <a:lstStyle/>
                    <a:p>
                      <a:r>
                        <a:rPr lang="en-US" sz="1600" dirty="0"/>
                        <a:t>1.1%</a:t>
                      </a:r>
                    </a:p>
                  </a:txBody>
                  <a:tcPr/>
                </a:tc>
                <a:tc>
                  <a:txBody>
                    <a:bodyPr/>
                    <a:lstStyle/>
                    <a:p>
                      <a:r>
                        <a:rPr lang="en-US" sz="1600" dirty="0"/>
                        <a:t>98.9%</a:t>
                      </a:r>
                    </a:p>
                  </a:txBody>
                  <a:tcPr/>
                </a:tc>
                <a:extLst>
                  <a:ext uri="{0D108BD9-81ED-4DB2-BD59-A6C34878D82A}">
                    <a16:rowId xmlns:a16="http://schemas.microsoft.com/office/drawing/2014/main" val="3267420495"/>
                  </a:ext>
                </a:extLst>
              </a:tr>
              <a:tr h="370840">
                <a:tc>
                  <a:txBody>
                    <a:bodyPr/>
                    <a:lstStyle/>
                    <a:p>
                      <a:r>
                        <a:rPr lang="en-US" sz="1600" dirty="0">
                          <a:hlinkClick r:id="rId4" action="ppaction://hlinksldjump"/>
                        </a:rPr>
                        <a:t>(3)</a:t>
                      </a:r>
                      <a:endParaRPr lang="en-US" sz="1600" dirty="0"/>
                    </a:p>
                  </a:txBody>
                  <a:tcPr/>
                </a:tc>
                <a:tc>
                  <a:txBody>
                    <a:bodyPr/>
                    <a:lstStyle/>
                    <a:p>
                      <a:r>
                        <a:rPr lang="en-US" sz="1600" dirty="0"/>
                        <a:t>98.95%</a:t>
                      </a:r>
                    </a:p>
                  </a:txBody>
                  <a:tcPr/>
                </a:tc>
                <a:tc>
                  <a:txBody>
                    <a:bodyPr/>
                    <a:lstStyle/>
                    <a:p>
                      <a:r>
                        <a:rPr lang="en-US" sz="1600" dirty="0"/>
                        <a:t>66.5%</a:t>
                      </a:r>
                    </a:p>
                  </a:txBody>
                  <a:tcPr/>
                </a:tc>
                <a:tc>
                  <a:txBody>
                    <a:bodyPr/>
                    <a:lstStyle/>
                    <a:p>
                      <a:r>
                        <a:rPr lang="en-US" sz="1600" dirty="0"/>
                        <a:t>88.54%</a:t>
                      </a:r>
                    </a:p>
                  </a:txBody>
                  <a:tcPr/>
                </a:tc>
                <a:tc>
                  <a:txBody>
                    <a:bodyPr/>
                    <a:lstStyle/>
                    <a:p>
                      <a:r>
                        <a:rPr lang="en-US" sz="1600" dirty="0"/>
                        <a:t>70.5%</a:t>
                      </a:r>
                    </a:p>
                  </a:txBody>
                  <a:tcPr/>
                </a:tc>
                <a:tc>
                  <a:txBody>
                    <a:bodyPr/>
                    <a:lstStyle/>
                    <a:p>
                      <a:r>
                        <a:rPr lang="en-US" sz="1600" dirty="0"/>
                        <a:t>1.05%</a:t>
                      </a:r>
                    </a:p>
                  </a:txBody>
                  <a:tcPr/>
                </a:tc>
                <a:tc>
                  <a:txBody>
                    <a:bodyPr/>
                    <a:lstStyle/>
                    <a:p>
                      <a:r>
                        <a:rPr lang="en-US" sz="1600" dirty="0"/>
                        <a:t>98.95%</a:t>
                      </a:r>
                    </a:p>
                  </a:txBody>
                  <a:tcPr/>
                </a:tc>
                <a:extLst>
                  <a:ext uri="{0D108BD9-81ED-4DB2-BD59-A6C34878D82A}">
                    <a16:rowId xmlns:a16="http://schemas.microsoft.com/office/drawing/2014/main" val="3648379589"/>
                  </a:ext>
                </a:extLst>
              </a:tr>
              <a:tr h="370840">
                <a:tc>
                  <a:txBody>
                    <a:bodyPr/>
                    <a:lstStyle/>
                    <a:p>
                      <a:r>
                        <a:rPr lang="en-US" sz="1600" dirty="0">
                          <a:hlinkClick r:id="rId4" action="ppaction://hlinksldjump"/>
                        </a:rPr>
                        <a:t>(4)</a:t>
                      </a:r>
                      <a:endParaRPr lang="en-US" sz="1600" dirty="0"/>
                    </a:p>
                  </a:txBody>
                  <a:tcPr/>
                </a:tc>
                <a:tc>
                  <a:txBody>
                    <a:bodyPr/>
                    <a:lstStyle/>
                    <a:p>
                      <a:r>
                        <a:rPr lang="en-US" sz="1600" dirty="0"/>
                        <a:t>92.58%</a:t>
                      </a:r>
                    </a:p>
                  </a:txBody>
                  <a:tcPr/>
                </a:tc>
                <a:tc>
                  <a:txBody>
                    <a:bodyPr/>
                    <a:lstStyle/>
                    <a:p>
                      <a:r>
                        <a:rPr lang="en-US" sz="1600" dirty="0"/>
                        <a:t>97%</a:t>
                      </a:r>
                    </a:p>
                  </a:txBody>
                  <a:tcPr/>
                </a:tc>
                <a:tc>
                  <a:txBody>
                    <a:bodyPr/>
                    <a:lstStyle/>
                    <a:p>
                      <a:r>
                        <a:rPr lang="en-US" sz="1600" dirty="0"/>
                        <a:t>76%</a:t>
                      </a:r>
                    </a:p>
                  </a:txBody>
                  <a:tcPr/>
                </a:tc>
                <a:tc>
                  <a:txBody>
                    <a:bodyPr/>
                    <a:lstStyle/>
                    <a:p>
                      <a:r>
                        <a:rPr lang="en-US" sz="1600" dirty="0"/>
                        <a:t>85%</a:t>
                      </a:r>
                    </a:p>
                  </a:txBody>
                  <a:tcPr/>
                </a:tc>
                <a:tc>
                  <a:txBody>
                    <a:bodyPr/>
                    <a:lstStyle/>
                    <a:p>
                      <a:r>
                        <a:rPr lang="en-US" sz="1600" dirty="0"/>
                        <a:t>7.42%</a:t>
                      </a:r>
                    </a:p>
                  </a:txBody>
                  <a:tcPr/>
                </a:tc>
                <a:tc>
                  <a:txBody>
                    <a:bodyPr/>
                    <a:lstStyle/>
                    <a:p>
                      <a:r>
                        <a:rPr lang="en-US" sz="1600" dirty="0"/>
                        <a:t>92.58%</a:t>
                      </a:r>
                    </a:p>
                  </a:txBody>
                  <a:tcPr/>
                </a:tc>
                <a:extLst>
                  <a:ext uri="{0D108BD9-81ED-4DB2-BD59-A6C34878D82A}">
                    <a16:rowId xmlns:a16="http://schemas.microsoft.com/office/drawing/2014/main" val="837213190"/>
                  </a:ext>
                </a:extLst>
              </a:tr>
              <a:tr h="370840">
                <a:tc>
                  <a:txBody>
                    <a:bodyPr/>
                    <a:lstStyle/>
                    <a:p>
                      <a:r>
                        <a:rPr lang="en-US" sz="1600" dirty="0">
                          <a:hlinkClick r:id="rId4" action="ppaction://hlinksldjump"/>
                        </a:rPr>
                        <a:t>(5)</a:t>
                      </a:r>
                      <a:endParaRPr lang="en-US" sz="1600" dirty="0"/>
                    </a:p>
                  </a:txBody>
                  <a:tcPr/>
                </a:tc>
                <a:tc>
                  <a:txBody>
                    <a:bodyPr/>
                    <a:lstStyle/>
                    <a:p>
                      <a:r>
                        <a:rPr lang="en-US" sz="1600" dirty="0"/>
                        <a:t>91.06%</a:t>
                      </a:r>
                    </a:p>
                  </a:txBody>
                  <a:tcPr/>
                </a:tc>
                <a:tc>
                  <a:txBody>
                    <a:bodyPr/>
                    <a:lstStyle/>
                    <a:p>
                      <a:r>
                        <a:rPr lang="en-US" sz="1600" dirty="0"/>
                        <a:t>97.75%</a:t>
                      </a:r>
                    </a:p>
                  </a:txBody>
                  <a:tcPr/>
                </a:tc>
                <a:tc>
                  <a:txBody>
                    <a:bodyPr/>
                    <a:lstStyle/>
                    <a:p>
                      <a:r>
                        <a:rPr lang="en-US" sz="1600" dirty="0"/>
                        <a:t>98.1%</a:t>
                      </a:r>
                    </a:p>
                  </a:txBody>
                  <a:tcPr/>
                </a:tc>
                <a:tc>
                  <a:txBody>
                    <a:bodyPr/>
                    <a:lstStyle/>
                    <a:p>
                      <a:r>
                        <a:rPr lang="en-US" sz="1600" dirty="0"/>
                        <a:t>98.9%</a:t>
                      </a:r>
                    </a:p>
                  </a:txBody>
                  <a:tcPr/>
                </a:tc>
                <a:tc>
                  <a:txBody>
                    <a:bodyPr/>
                    <a:lstStyle/>
                    <a:p>
                      <a:r>
                        <a:rPr lang="en-US" sz="1600" dirty="0"/>
                        <a:t>1.01%</a:t>
                      </a:r>
                    </a:p>
                  </a:txBody>
                  <a:tcPr/>
                </a:tc>
                <a:tc>
                  <a:txBody>
                    <a:bodyPr/>
                    <a:lstStyle/>
                    <a:p>
                      <a:r>
                        <a:rPr lang="en-US" sz="1600" dirty="0"/>
                        <a:t>98.99%</a:t>
                      </a:r>
                    </a:p>
                  </a:txBody>
                  <a:tcPr/>
                </a:tc>
                <a:extLst>
                  <a:ext uri="{0D108BD9-81ED-4DB2-BD59-A6C34878D82A}">
                    <a16:rowId xmlns:a16="http://schemas.microsoft.com/office/drawing/2014/main" val="2948194237"/>
                  </a:ext>
                </a:extLst>
              </a:tr>
            </a:tbl>
          </a:graphicData>
        </a:graphic>
      </p:graphicFrame>
    </p:spTree>
    <p:extLst>
      <p:ext uri="{BB962C8B-B14F-4D97-AF65-F5344CB8AC3E}">
        <p14:creationId xmlns:p14="http://schemas.microsoft.com/office/powerpoint/2010/main" val="95999480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2600" b="1" dirty="0">
                <a:latin typeface="+mn-lt"/>
              </a:rPr>
              <a:t>COMPARATIVE STUDY – Suitable Approach</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48</a:t>
            </a:fld>
            <a:endParaRPr lang="en-US" altLang="fr-FR" dirty="0"/>
          </a:p>
        </p:txBody>
      </p:sp>
      <mc:AlternateContent xmlns:mc="http://schemas.openxmlformats.org/markup-compatibility/2006" xmlns:a14="http://schemas.microsoft.com/office/drawing/2010/main">
        <mc:Choice Requires="a14">
          <p:sp>
            <p:nvSpPr>
              <p:cNvPr id="12" name="Rectangle 11"/>
              <p:cNvSpPr/>
              <p:nvPr/>
            </p:nvSpPr>
            <p:spPr>
              <a:xfrm>
                <a:off x="894670" y="2212848"/>
                <a:ext cx="7675787" cy="5075685"/>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Friedman Test</a:t>
                </a:r>
                <a:r>
                  <a:rPr lang="en-US" sz="1600" dirty="0">
                    <a:latin typeface="+mn-lt"/>
                  </a:rPr>
                  <a:t>: a non-parametric statistical test used for analyzing repeated measures data. </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Selected Dataset: </a:t>
                </a:r>
                <a:r>
                  <a:rPr lang="en-US" sz="1600" dirty="0">
                    <a:latin typeface="+mn-lt"/>
                  </a:rPr>
                  <a:t>NSL-KDD – 41 features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Library: </a:t>
                </a:r>
                <a:r>
                  <a:rPr lang="en-US" sz="1600" dirty="0" err="1">
                    <a:latin typeface="+mn-lt"/>
                  </a:rPr>
                  <a:t>scipy</a:t>
                </a:r>
                <a:endParaRPr lang="en-US" sz="1600"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solidFill>
                      <a:srgbClr val="003366"/>
                    </a:solidFill>
                    <a:latin typeface="+mn-lt"/>
                  </a:rPr>
                  <a:t>Objective</a:t>
                </a:r>
                <a:r>
                  <a:rPr lang="en-US" sz="1600" dirty="0">
                    <a:solidFill>
                      <a:srgbClr val="003366"/>
                    </a:solidFill>
                    <a:latin typeface="+mn-lt"/>
                  </a:rPr>
                  <a:t>:</a:t>
                </a:r>
                <a:r>
                  <a:rPr lang="en-US" sz="1600" dirty="0">
                    <a:solidFill>
                      <a:srgbClr val="FF0000"/>
                    </a:solidFill>
                    <a:latin typeface="+mn-lt"/>
                  </a:rPr>
                  <a:t> </a:t>
                </a:r>
                <a:r>
                  <a:rPr lang="en-US" sz="1600" dirty="0">
                    <a:latin typeface="+mn-lt"/>
                  </a:rPr>
                  <a:t>to determine whether there are statistically significant differences in the performance of multiple related groups, making it suitable for evaluating the effectiveness of various AI algorithms in an Intrusion Detection System.</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How? </a:t>
                </a:r>
                <a:r>
                  <a:rPr lang="en-US" sz="1600" dirty="0">
                    <a:latin typeface="+mn-lt"/>
                  </a:rPr>
                  <a:t>Using the following formula:</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14:m>
                  <m:oMath xmlns:m="http://schemas.openxmlformats.org/officeDocument/2006/math">
                    <m:r>
                      <a:rPr lang="en-US" sz="1600" i="1" dirty="0" smtClean="0">
                        <a:latin typeface="Cambria Math" panose="02040503050406030204" pitchFamily="18" charset="0"/>
                      </a:rPr>
                      <m:t>𝑄</m:t>
                    </m:r>
                    <m:r>
                      <a:rPr lang="en-US" sz="1600" i="0" dirty="0" smtClean="0">
                        <a:latin typeface="Cambria Math" panose="02040503050406030204" pitchFamily="18" charset="0"/>
                      </a:rPr>
                      <m:t>=</m:t>
                    </m:r>
                    <m:f>
                      <m:fPr>
                        <m:ctrlPr>
                          <a:rPr lang="en-US" sz="1600" i="1" dirty="0" smtClean="0">
                            <a:latin typeface="Cambria Math" panose="02040503050406030204" pitchFamily="18" charset="0"/>
                          </a:rPr>
                        </m:ctrlPr>
                      </m:fPr>
                      <m:num>
                        <m:r>
                          <a:rPr lang="en-US" sz="1600" i="0" dirty="0" smtClean="0">
                            <a:latin typeface="Cambria Math" panose="02040503050406030204" pitchFamily="18" charset="0"/>
                          </a:rPr>
                          <m:t>12</m:t>
                        </m:r>
                      </m:num>
                      <m:den>
                        <m:r>
                          <a:rPr lang="en-US" sz="1600" i="1" dirty="0" smtClean="0">
                            <a:latin typeface="Cambria Math" panose="02040503050406030204" pitchFamily="18" charset="0"/>
                          </a:rPr>
                          <m:t>𝑁𝑘</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𝑘</m:t>
                            </m:r>
                            <m:r>
                              <a:rPr lang="en-US" sz="1600" i="0" dirty="0" smtClean="0">
                                <a:latin typeface="Cambria Math" panose="02040503050406030204" pitchFamily="18" charset="0"/>
                              </a:rPr>
                              <m:t>+1</m:t>
                            </m:r>
                          </m:e>
                        </m:d>
                      </m:den>
                    </m:f>
                    <m:sSubSup>
                      <m:sSubSupPr>
                        <m:ctrlPr>
                          <a:rPr lang="en-US" sz="1600" i="1" dirty="0" smtClean="0">
                            <a:latin typeface="Cambria Math" panose="02040503050406030204" pitchFamily="18" charset="0"/>
                          </a:rPr>
                        </m:ctrlPr>
                      </m:sSubSupPr>
                      <m:e>
                        <m:r>
                          <a:rPr lang="en-US" sz="1600" i="1" dirty="0" smtClean="0">
                            <a:latin typeface="Cambria Math" panose="02040503050406030204" pitchFamily="18" charset="0"/>
                          </a:rPr>
                          <m:t>𝛴</m:t>
                        </m:r>
                      </m:e>
                      <m:sub>
                        <m:r>
                          <a:rPr lang="en-US" sz="1600" i="0" dirty="0" smtClean="0">
                            <a:latin typeface="Cambria Math" panose="02040503050406030204" pitchFamily="18" charset="0"/>
                          </a:rPr>
                          <m:t>ⅈ=1</m:t>
                        </m:r>
                      </m:sub>
                      <m:sup>
                        <m:r>
                          <a:rPr lang="en-US" sz="1600" i="1" dirty="0" smtClean="0">
                            <a:latin typeface="Cambria Math" panose="02040503050406030204" pitchFamily="18" charset="0"/>
                          </a:rPr>
                          <m:t>𝑘</m:t>
                        </m:r>
                      </m:sup>
                    </m:sSubSup>
                    <m:sSubSup>
                      <m:sSubSupPr>
                        <m:ctrlPr>
                          <a:rPr lang="en-US" sz="1600" i="1" dirty="0" smtClean="0">
                            <a:latin typeface="Cambria Math" panose="02040503050406030204" pitchFamily="18" charset="0"/>
                          </a:rPr>
                        </m:ctrlPr>
                      </m:sSubSupPr>
                      <m:e>
                        <m:r>
                          <a:rPr lang="en-US" sz="1600" i="1" dirty="0" smtClean="0">
                            <a:latin typeface="Cambria Math" panose="02040503050406030204" pitchFamily="18" charset="0"/>
                          </a:rPr>
                          <m:t>𝑅</m:t>
                        </m:r>
                      </m:e>
                      <m:sub>
                        <m:r>
                          <a:rPr lang="en-US" sz="1600" i="1" dirty="0" smtClean="0">
                            <a:latin typeface="Cambria Math" panose="02040503050406030204" pitchFamily="18" charset="0"/>
                          </a:rPr>
                          <m:t>𝑖</m:t>
                        </m:r>
                      </m:sub>
                      <m:sup>
                        <m:r>
                          <a:rPr lang="en-US" sz="1600" i="0" dirty="0" smtClean="0">
                            <a:latin typeface="Cambria Math" panose="02040503050406030204" pitchFamily="18" charset="0"/>
                          </a:rPr>
                          <m:t>2</m:t>
                        </m:r>
                      </m:sup>
                    </m:sSubSup>
                    <m:r>
                      <a:rPr lang="en-US" sz="1600" i="0" dirty="0" smtClean="0">
                        <a:latin typeface="Cambria Math" panose="02040503050406030204" pitchFamily="18" charset="0"/>
                      </a:rPr>
                      <m:t>−3</m:t>
                    </m:r>
                    <m:r>
                      <a:rPr lang="en-US" sz="1600" i="1" dirty="0" smtClean="0">
                        <a:latin typeface="Cambria Math" panose="02040503050406030204" pitchFamily="18" charset="0"/>
                      </a:rPr>
                      <m:t>𝑁</m:t>
                    </m:r>
                    <m:d>
                      <m:dPr>
                        <m:ctrlPr>
                          <a:rPr lang="en-US" sz="1600" i="1" dirty="0" smtClean="0">
                            <a:latin typeface="Cambria Math" panose="02040503050406030204" pitchFamily="18" charset="0"/>
                          </a:rPr>
                        </m:ctrlPr>
                      </m:dPr>
                      <m:e>
                        <m:r>
                          <a:rPr lang="en-US" sz="1600" i="1" dirty="0" smtClean="0">
                            <a:latin typeface="Cambria Math" panose="02040503050406030204" pitchFamily="18" charset="0"/>
                          </a:rPr>
                          <m:t>𝑘</m:t>
                        </m:r>
                        <m:r>
                          <a:rPr lang="en-US" sz="1600" i="0" dirty="0" smtClean="0">
                            <a:latin typeface="Cambria Math" panose="02040503050406030204" pitchFamily="18" charset="0"/>
                          </a:rPr>
                          <m:t>+1</m:t>
                        </m:r>
                      </m:e>
                    </m:d>
                  </m:oMath>
                </a14:m>
                <a:r>
                  <a:rPr lang="en-US" sz="1600" dirty="0">
                    <a:latin typeface="+mn-lt"/>
                  </a:rPr>
                  <a:t> </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US" sz="1600" b="1" dirty="0">
                    <a:latin typeface="+mn-lt"/>
                  </a:rPr>
                  <a:t>Result: </a:t>
                </a:r>
                <a:r>
                  <a:rPr lang="en-US" sz="1600" dirty="0">
                    <a:latin typeface="+mn-lt"/>
                  </a:rPr>
                  <a:t>indicates whether there are significant differences in the performances of multiple related groups.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Our Result: </a:t>
                </a:r>
                <a:r>
                  <a:rPr lang="en-US" sz="1600" dirty="0">
                    <a:latin typeface="+mn-lt"/>
                  </a:rPr>
                  <a:t>there is a significant difference. Using the mean and normalize score, we found that the best approach is the first one.</a:t>
                </a:r>
                <a:endParaRPr lang="en-US" sz="1600" b="1" dirty="0">
                  <a:latin typeface="+mn-lt"/>
                </a:endParaRPr>
              </a:p>
              <a:p>
                <a:pPr marL="1257300" lvl="2"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dirty="0">
                  <a:solidFill>
                    <a:srgbClr val="FF0000"/>
                  </a:solidFill>
                  <a:latin typeface="+mn-lt"/>
                </a:endParaRPr>
              </a:p>
            </p:txBody>
          </p:sp>
        </mc:Choice>
        <mc:Fallback xmlns="">
          <p:sp>
            <p:nvSpPr>
              <p:cNvPr id="12" name="Rectangle 11"/>
              <p:cNvSpPr>
                <a:spLocks noRot="1" noChangeAspect="1" noMove="1" noResize="1" noEditPoints="1" noAdjustHandles="1" noChangeArrowheads="1" noChangeShapeType="1" noTextEdit="1"/>
              </p:cNvSpPr>
              <p:nvPr/>
            </p:nvSpPr>
            <p:spPr>
              <a:xfrm>
                <a:off x="894670" y="2212848"/>
                <a:ext cx="7675787" cy="5075685"/>
              </a:xfrm>
              <a:prstGeom prst="rect">
                <a:avLst/>
              </a:prstGeom>
              <a:blipFill>
                <a:blip r:embed="rId4"/>
                <a:stretch>
                  <a:fillRect t="-360" r="-397"/>
                </a:stretch>
              </a:blipFill>
            </p:spPr>
            <p:txBody>
              <a:bodyPr/>
              <a:lstStyle/>
              <a:p>
                <a:r>
                  <a:rPr lang="en-US">
                    <a:noFill/>
                  </a:rPr>
                  <a:t> </a:t>
                </a:r>
              </a:p>
            </p:txBody>
          </p:sp>
        </mc:Fallback>
      </mc:AlternateContent>
    </p:spTree>
    <p:extLst>
      <p:ext uri="{BB962C8B-B14F-4D97-AF65-F5344CB8AC3E}">
        <p14:creationId xmlns:p14="http://schemas.microsoft.com/office/powerpoint/2010/main" val="18390897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Limitations</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49</a:t>
            </a:fld>
            <a:endParaRPr lang="en-US" altLang="fr-FR" dirty="0"/>
          </a:p>
        </p:txBody>
      </p:sp>
      <p:sp>
        <p:nvSpPr>
          <p:cNvPr id="12" name="Rectangle 11"/>
          <p:cNvSpPr/>
          <p:nvPr/>
        </p:nvSpPr>
        <p:spPr>
          <a:xfrm>
            <a:off x="894670" y="2212848"/>
            <a:ext cx="7675787" cy="4548938"/>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Higher Resource Requirements: </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US" sz="1600" dirty="0" err="1">
                <a:latin typeface="+mn-lt"/>
              </a:rPr>
              <a:t>IoT</a:t>
            </a:r>
            <a:r>
              <a:rPr lang="en-US" sz="1600" dirty="0">
                <a:latin typeface="+mn-lt"/>
              </a:rPr>
              <a:t> devices often have limited computational power, memory, and energy capacity.</a:t>
            </a:r>
          </a:p>
          <a:p>
            <a:pPr marL="1257300" lvl="2" indent="-342900" algn="just" eaLnBrk="1" hangingPunct="1">
              <a:spcBef>
                <a:spcPct val="20000"/>
              </a:spcBef>
              <a:spcAft>
                <a:spcPts val="600"/>
              </a:spcAft>
              <a:buClr>
                <a:srgbClr val="006666"/>
              </a:buClr>
              <a:buSzPct val="100000"/>
              <a:buFont typeface="Arial" panose="020B0604020202020204" pitchFamily="34" charset="0"/>
              <a:buChar char="•"/>
              <a:defRPr/>
            </a:pPr>
            <a:r>
              <a:rPr lang="en-US" sz="1600" dirty="0">
                <a:latin typeface="+mn-lt"/>
              </a:rPr>
              <a:t>Larger models increase the demand for CPU and memory, making it challenging to deploy effective IDS on resource-constrained </a:t>
            </a:r>
            <a:r>
              <a:rPr lang="en-US" sz="1600" dirty="0" err="1">
                <a:latin typeface="+mn-lt"/>
              </a:rPr>
              <a:t>IoT</a:t>
            </a:r>
            <a:r>
              <a:rPr lang="en-US" sz="1600" dirty="0">
                <a:latin typeface="+mn-lt"/>
              </a:rPr>
              <a:t> devices.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Challenges with Model Updating and Maintenance: </a:t>
            </a:r>
            <a:r>
              <a:rPr lang="en-US" sz="1600" dirty="0">
                <a:latin typeface="+mn-lt"/>
              </a:rPr>
              <a:t>Larger models are harder to update and maintain on distributed devices, especially in environments where frequent updates are required to keep up with new attack patterns.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Increased Latency and Lower Efficiency: </a:t>
            </a:r>
            <a:r>
              <a:rPr lang="en-US" sz="1600" dirty="0">
                <a:latin typeface="+mn-lt"/>
              </a:rPr>
              <a:t>Real-time intrusion detection is essential for </a:t>
            </a:r>
            <a:r>
              <a:rPr lang="en-US" sz="1600" dirty="0" err="1">
                <a:latin typeface="+mn-lt"/>
              </a:rPr>
              <a:t>IoT</a:t>
            </a:r>
            <a:r>
              <a:rPr lang="en-US" sz="1600" dirty="0">
                <a:latin typeface="+mn-lt"/>
              </a:rPr>
              <a:t> systems, and any delay due to processing overheads can compromise system security and responsiveness.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b="1"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b="1"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b="1" dirty="0">
              <a:latin typeface="+mn-lt"/>
            </a:endParaRPr>
          </a:p>
        </p:txBody>
      </p:sp>
    </p:spTree>
    <p:extLst>
      <p:ext uri="{BB962C8B-B14F-4D97-AF65-F5344CB8AC3E}">
        <p14:creationId xmlns:p14="http://schemas.microsoft.com/office/powerpoint/2010/main" val="106358338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89800"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62013"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47700"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75000"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9703" name="AutoShape 2"/>
          <p:cNvSpPr>
            <a:spLocks noChangeArrowheads="1"/>
          </p:cNvSpPr>
          <p:nvPr/>
        </p:nvSpPr>
        <p:spPr bwMode="auto">
          <a:xfrm>
            <a:off x="1905000" y="542925"/>
            <a:ext cx="6238875"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endParaRPr lang="en-US" altLang="fr-FR" sz="3200" b="1" dirty="0">
              <a:latin typeface="+mn-lt"/>
            </a:endParaRPr>
          </a:p>
        </p:txBody>
      </p:sp>
      <p:pic>
        <p:nvPicPr>
          <p:cNvPr id="3" name="Picture 2"/>
          <p:cNvPicPr>
            <a:picLocks noChangeAspect="1"/>
          </p:cNvPicPr>
          <p:nvPr/>
        </p:nvPicPr>
        <p:blipFill>
          <a:blip r:embed="rId4"/>
          <a:stretch>
            <a:fillRect/>
          </a:stretch>
        </p:blipFill>
        <p:spPr>
          <a:xfrm>
            <a:off x="1088799" y="1525361"/>
            <a:ext cx="7902574" cy="5134776"/>
          </a:xfrm>
          <a:prstGeom prst="rect">
            <a:avLst/>
          </a:prstGeom>
        </p:spPr>
      </p:pic>
      <p:sp>
        <p:nvSpPr>
          <p:cNvPr id="4" name="Slide Number Placeholder 3"/>
          <p:cNvSpPr>
            <a:spLocks noGrp="1"/>
          </p:cNvSpPr>
          <p:nvPr>
            <p:ph type="sldNum" sz="quarter" idx="12"/>
          </p:nvPr>
        </p:nvSpPr>
        <p:spPr/>
        <p:txBody>
          <a:bodyPr/>
          <a:lstStyle/>
          <a:p>
            <a:fld id="{E24A3F48-4BEB-419F-8140-9D43502AEF49}" type="slidenum">
              <a:rPr lang="en-US" altLang="fr-FR" smtClean="0"/>
              <a:t>50</a:t>
            </a:fld>
            <a:endParaRPr lang="en-US" altLang="fr-FR"/>
          </a:p>
        </p:txBody>
      </p:sp>
      <p:sp>
        <p:nvSpPr>
          <p:cNvPr id="12"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t>Architecture</a:t>
            </a:r>
            <a:endParaRPr lang="en-US" altLang="fr-FR" sz="3200" b="1" dirty="0">
              <a:latin typeface="+mn-lt"/>
            </a:endParaRPr>
          </a:p>
        </p:txBody>
      </p:sp>
    </p:spTree>
    <p:extLst>
      <p:ext uri="{BB962C8B-B14F-4D97-AF65-F5344CB8AC3E}">
        <p14:creationId xmlns:p14="http://schemas.microsoft.com/office/powerpoint/2010/main" val="24956393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57143"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29356"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1946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15875"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15043"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42343"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9463"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Conclusion</a:t>
            </a: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51</a:t>
            </a:fld>
            <a:endParaRPr lang="en-US" altLang="fr-FR" dirty="0"/>
          </a:p>
        </p:txBody>
      </p:sp>
      <p:sp>
        <p:nvSpPr>
          <p:cNvPr id="12" name="Rectangle 11"/>
          <p:cNvSpPr/>
          <p:nvPr/>
        </p:nvSpPr>
        <p:spPr>
          <a:xfrm>
            <a:off x="894670" y="2212848"/>
            <a:ext cx="7675787" cy="3185487"/>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err="1" smtClean="0">
                <a:latin typeface="+mn-lt"/>
              </a:rPr>
              <a:t>IoIDT</a:t>
            </a:r>
            <a:r>
              <a:rPr lang="en-US" sz="1600" b="1" dirty="0" smtClean="0">
                <a:latin typeface="+mn-lt"/>
              </a:rPr>
              <a:t> </a:t>
            </a:r>
            <a:r>
              <a:rPr lang="en-US" sz="1600" b="1" dirty="0">
                <a:latin typeface="+mn-lt"/>
              </a:rPr>
              <a:t>is essential: </a:t>
            </a:r>
            <a:r>
              <a:rPr lang="en-US" sz="1600" dirty="0">
                <a:latin typeface="+mn-lt"/>
              </a:rPr>
              <a:t>A focused security approach is important for protecting </a:t>
            </a:r>
            <a:r>
              <a:rPr lang="en-US" sz="1600" dirty="0" err="1">
                <a:latin typeface="+mn-lt"/>
              </a:rPr>
              <a:t>IoT</a:t>
            </a:r>
            <a:r>
              <a:rPr lang="en-US" sz="1600" dirty="0">
                <a:latin typeface="+mn-lt"/>
              </a:rPr>
              <a:t> systems. </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smtClean="0">
                <a:latin typeface="+mn-lt"/>
              </a:rPr>
              <a:t>Enhanced </a:t>
            </a:r>
            <a:r>
              <a:rPr lang="en-US" sz="1600" b="1" dirty="0">
                <a:latin typeface="+mn-lt"/>
              </a:rPr>
              <a:t>threat detection: </a:t>
            </a:r>
            <a:r>
              <a:rPr lang="en-US" sz="1600" dirty="0" err="1">
                <a:latin typeface="+mn-lt"/>
              </a:rPr>
              <a:t>IoIDT</a:t>
            </a:r>
            <a:r>
              <a:rPr lang="en-US" sz="1600" dirty="0">
                <a:latin typeface="+mn-lt"/>
              </a:rPr>
              <a:t> frameworks proactively address </a:t>
            </a:r>
            <a:r>
              <a:rPr lang="en-US" sz="1600" dirty="0" err="1">
                <a:latin typeface="+mn-lt"/>
              </a:rPr>
              <a:t>IoT</a:t>
            </a:r>
            <a:r>
              <a:rPr lang="en-US" sz="1600" dirty="0">
                <a:latin typeface="+mn-lt"/>
              </a:rPr>
              <a:t>-specific attacks.</a:t>
            </a:r>
            <a:endParaRPr lang="en-US" sz="1600" b="1"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smtClean="0">
                <a:latin typeface="+mn-lt"/>
              </a:rPr>
              <a:t>Efficiency </a:t>
            </a:r>
            <a:r>
              <a:rPr lang="en-US" sz="1600" b="1" dirty="0">
                <a:latin typeface="+mn-lt"/>
              </a:rPr>
              <a:t>through knowledge distillation: </a:t>
            </a:r>
            <a:r>
              <a:rPr lang="en-US" sz="1600" dirty="0">
                <a:latin typeface="+mn-lt"/>
              </a:rPr>
              <a:t>Lightweight models improve </a:t>
            </a:r>
            <a:r>
              <a:rPr lang="en-US" sz="1600" dirty="0" err="1">
                <a:latin typeface="+mn-lt"/>
              </a:rPr>
              <a:t>IoT</a:t>
            </a:r>
            <a:r>
              <a:rPr lang="en-US" sz="1600" dirty="0">
                <a:latin typeface="+mn-lt"/>
              </a:rPr>
              <a:t> security without heavy resource use.</a:t>
            </a:r>
            <a:endParaRPr lang="en-US" sz="1600" b="1"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smtClean="0">
                <a:latin typeface="+mn-lt"/>
              </a:rPr>
              <a:t>Detecting </a:t>
            </a:r>
            <a:r>
              <a:rPr lang="en-US" sz="1600" b="1" dirty="0">
                <a:latin typeface="+mn-lt"/>
              </a:rPr>
              <a:t>multiple types of attacks on different kind of </a:t>
            </a:r>
            <a:r>
              <a:rPr lang="en-US" sz="1600" b="1" dirty="0" err="1">
                <a:latin typeface="+mn-lt"/>
              </a:rPr>
              <a:t>IoTs</a:t>
            </a:r>
            <a:endParaRPr lang="en-US" sz="1600" b="1" dirty="0">
              <a:latin typeface="+mn-lt"/>
            </a:endParaRP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r>
              <a:rPr lang="en-US" sz="1600" b="1" dirty="0">
                <a:latin typeface="+mn-lt"/>
              </a:rPr>
              <a:t>Proposing a suitable architecture for </a:t>
            </a:r>
            <a:r>
              <a:rPr lang="en-US" sz="1600" b="1" dirty="0" err="1">
                <a:latin typeface="+mn-lt"/>
              </a:rPr>
              <a:t>IoIDT</a:t>
            </a:r>
            <a:r>
              <a:rPr lang="en-US" sz="1600" b="1" dirty="0">
                <a:latin typeface="+mn-lt"/>
              </a:rPr>
              <a:t> using knowledge distillation to overcome the discussed limitations.</a:t>
            </a:r>
          </a:p>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sz="1600" b="1" dirty="0">
              <a:latin typeface="+mn-lt"/>
            </a:endParaRPr>
          </a:p>
        </p:txBody>
      </p:sp>
    </p:spTree>
    <p:extLst>
      <p:ext uri="{BB962C8B-B14F-4D97-AF65-F5344CB8AC3E}">
        <p14:creationId xmlns:p14="http://schemas.microsoft.com/office/powerpoint/2010/main" val="334584162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289800" y="12334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862013" y="1031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647700" y="2413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175000" y="13525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2" name="Rectangle 11"/>
          <p:cNvSpPr/>
          <p:nvPr/>
        </p:nvSpPr>
        <p:spPr>
          <a:xfrm>
            <a:off x="5022850" y="2151340"/>
            <a:ext cx="3870325" cy="369332"/>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GB" dirty="0">
              <a:latin typeface="+mn-lt"/>
            </a:endParaRPr>
          </a:p>
        </p:txBody>
      </p:sp>
      <p:sp>
        <p:nvSpPr>
          <p:cNvPr id="13" name="Rectangle 12"/>
          <p:cNvSpPr/>
          <p:nvPr/>
        </p:nvSpPr>
        <p:spPr>
          <a:xfrm>
            <a:off x="1239783" y="2072075"/>
            <a:ext cx="7524805" cy="741742"/>
          </a:xfrm>
          <a:prstGeom prst="rect">
            <a:avLst/>
          </a:prstGeom>
        </p:spPr>
        <p:txBody>
          <a:bodyPr wrap="square">
            <a:spAutoFit/>
          </a:bodyPr>
          <a:lstStyle/>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dirty="0">
              <a:latin typeface="+mn-lt"/>
            </a:endParaRPr>
          </a:p>
          <a:p>
            <a:pPr marL="342900"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US" altLang="fr-FR" sz="1600" dirty="0">
              <a:solidFill>
                <a:srgbClr val="006666"/>
              </a:solidFill>
              <a:latin typeface="+mn-lt"/>
            </a:endParaRPr>
          </a:p>
        </p:txBody>
      </p:sp>
      <p:sp>
        <p:nvSpPr>
          <p:cNvPr id="14" name="Rectangle 6">
            <a:extLst>
              <a:ext uri="{FF2B5EF4-FFF2-40B4-BE49-F238E27FC236}">
                <a16:creationId xmlns:a16="http://schemas.microsoft.com/office/drawing/2014/main" id="{E2F8534A-DF04-F530-F8B2-7D56ED97FDF4}"/>
              </a:ext>
            </a:extLst>
          </p:cNvPr>
          <p:cNvSpPr>
            <a:spLocks noChangeArrowheads="1"/>
          </p:cNvSpPr>
          <p:nvPr/>
        </p:nvSpPr>
        <p:spPr bwMode="auto">
          <a:xfrm>
            <a:off x="609600" y="1743075"/>
            <a:ext cx="84963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mj-lt"/>
              <a:buAutoNum type="arabicPeriod"/>
            </a:pPr>
            <a:r>
              <a:rPr lang="en-US" sz="1600" dirty="0">
                <a:latin typeface="+mn-lt"/>
              </a:rPr>
              <a:t>Omer, Nadir, et al. "A novel optimized probabilistic neural network approach for intrusion detection and categorization." </a:t>
            </a:r>
            <a:r>
              <a:rPr lang="en-US" sz="1600" i="1" dirty="0">
                <a:latin typeface="+mn-lt"/>
              </a:rPr>
              <a:t>Alexandria Engineering Journal</a:t>
            </a:r>
            <a:r>
              <a:rPr lang="en-US" sz="1600" dirty="0">
                <a:latin typeface="+mn-lt"/>
              </a:rPr>
              <a:t> 72 (2023): 351-361.</a:t>
            </a:r>
          </a:p>
          <a:p>
            <a:pPr marL="457200" indent="-457200" algn="just">
              <a:buFont typeface="+mj-lt"/>
              <a:buAutoNum type="arabicPeriod"/>
            </a:pPr>
            <a:r>
              <a:rPr lang="en-US" sz="1600" dirty="0">
                <a:latin typeface="+mn-lt"/>
              </a:rPr>
              <a:t>Thakkar, Ankit, and </a:t>
            </a:r>
            <a:r>
              <a:rPr lang="en-US" sz="1600" dirty="0" err="1">
                <a:latin typeface="+mn-lt"/>
              </a:rPr>
              <a:t>Ritika</a:t>
            </a:r>
            <a:r>
              <a:rPr lang="en-US" sz="1600" dirty="0">
                <a:latin typeface="+mn-lt"/>
              </a:rPr>
              <a:t> </a:t>
            </a:r>
            <a:r>
              <a:rPr lang="en-US" sz="1600" dirty="0" err="1">
                <a:latin typeface="+mn-lt"/>
              </a:rPr>
              <a:t>Lohiya</a:t>
            </a:r>
            <a:r>
              <a:rPr lang="en-US" sz="1600" dirty="0">
                <a:latin typeface="+mn-lt"/>
              </a:rPr>
              <a:t>. "Fusion of statistical importance for feature selection in Deep Neural Network-based Intrusion Detection System." Information Fusion 90 (2023): 353-363.</a:t>
            </a:r>
          </a:p>
          <a:p>
            <a:pPr marL="457200" indent="-457200" algn="just">
              <a:buFont typeface="+mj-lt"/>
              <a:buAutoNum type="arabicPeriod"/>
            </a:pPr>
            <a:r>
              <a:rPr lang="en-US" sz="1600" dirty="0">
                <a:latin typeface="+mn-lt"/>
              </a:rPr>
              <a:t>Dina, Ayesha S., A. B. Siddique, and D. </a:t>
            </a:r>
            <a:r>
              <a:rPr lang="en-US" sz="1600" dirty="0" err="1">
                <a:latin typeface="+mn-lt"/>
              </a:rPr>
              <a:t>Manivannan</a:t>
            </a:r>
            <a:r>
              <a:rPr lang="en-US" sz="1600" dirty="0">
                <a:latin typeface="+mn-lt"/>
              </a:rPr>
              <a:t>. "A deep learning approach for intrusion detection in Internet of Things using focal loss function." Internet of Things 22 (2023): 100699.</a:t>
            </a:r>
          </a:p>
          <a:p>
            <a:pPr marL="457200" indent="-457200" algn="just">
              <a:buFont typeface="+mj-lt"/>
              <a:buAutoNum type="arabicPeriod"/>
            </a:pPr>
            <a:r>
              <a:rPr lang="en-US" sz="1600" dirty="0">
                <a:latin typeface="+mn-lt"/>
              </a:rPr>
              <a:t>Hajj, Suzan, et al. "Cross-layer federated learning for lightweight </a:t>
            </a:r>
            <a:r>
              <a:rPr lang="en-US" sz="1600" dirty="0" err="1">
                <a:latin typeface="+mn-lt"/>
              </a:rPr>
              <a:t>iot</a:t>
            </a:r>
            <a:r>
              <a:rPr lang="en-US" sz="1600" dirty="0">
                <a:latin typeface="+mn-lt"/>
              </a:rPr>
              <a:t> intrusion detection systems." Sensors 23.16 (2023): 7038.</a:t>
            </a:r>
          </a:p>
          <a:p>
            <a:pPr marL="457200" indent="-457200" algn="just">
              <a:buFont typeface="+mj-lt"/>
              <a:buAutoNum type="arabicPeriod"/>
            </a:pPr>
            <a:r>
              <a:rPr lang="en-US" sz="1600" dirty="0" err="1">
                <a:latin typeface="+mn-lt"/>
              </a:rPr>
              <a:t>Rajadurai</a:t>
            </a:r>
            <a:r>
              <a:rPr lang="en-US" sz="1600" dirty="0">
                <a:latin typeface="+mn-lt"/>
              </a:rPr>
              <a:t>, </a:t>
            </a:r>
            <a:r>
              <a:rPr lang="en-US" sz="1600" dirty="0" err="1">
                <a:latin typeface="+mn-lt"/>
              </a:rPr>
              <a:t>Hariharan</a:t>
            </a:r>
            <a:r>
              <a:rPr lang="en-US" sz="1600" dirty="0">
                <a:latin typeface="+mn-lt"/>
              </a:rPr>
              <a:t>, and </a:t>
            </a:r>
            <a:r>
              <a:rPr lang="en-US" sz="1600" dirty="0" err="1">
                <a:latin typeface="+mn-lt"/>
              </a:rPr>
              <a:t>Usha</a:t>
            </a:r>
            <a:r>
              <a:rPr lang="en-US" sz="1600" dirty="0">
                <a:latin typeface="+mn-lt"/>
              </a:rPr>
              <a:t> Devi Gandhi. "A stacked ensemble learning model for intrusion detection in wireless network." Neural computing and applications 34.18 (2022): 15387-15395.</a:t>
            </a:r>
          </a:p>
          <a:p>
            <a:pPr marL="457200" indent="-457200" algn="just">
              <a:buFont typeface="+mj-lt"/>
              <a:buAutoNum type="arabicPeriod"/>
            </a:pPr>
            <a:r>
              <a:rPr lang="en-US" sz="1600" dirty="0" err="1">
                <a:latin typeface="+mn-lt"/>
              </a:rPr>
              <a:t>Abdullayev</a:t>
            </a:r>
            <a:r>
              <a:rPr lang="en-US" sz="1600" dirty="0">
                <a:latin typeface="+mn-lt"/>
              </a:rPr>
              <a:t>, </a:t>
            </a:r>
            <a:r>
              <a:rPr lang="en-US" sz="1600" dirty="0" err="1">
                <a:latin typeface="+mn-lt"/>
              </a:rPr>
              <a:t>Javidan</a:t>
            </a:r>
            <a:r>
              <a:rPr lang="en-US" sz="1600" dirty="0">
                <a:latin typeface="+mn-lt"/>
              </a:rPr>
              <a:t>, et al. "Knowledge Distillation for Robotics Time Series Classification.“</a:t>
            </a:r>
          </a:p>
          <a:p>
            <a:pPr marL="457200" indent="-457200" algn="just">
              <a:buFont typeface="+mj-lt"/>
              <a:buAutoNum type="arabicPeriod"/>
            </a:pPr>
            <a:r>
              <a:rPr lang="en-US" sz="1600" dirty="0">
                <a:latin typeface="+mn-lt"/>
              </a:rPr>
              <a:t>Hinton, Geoffrey. "Distilling the Knowledge in a Neural Network." </a:t>
            </a:r>
            <a:r>
              <a:rPr lang="en-US" sz="1600" dirty="0" err="1">
                <a:latin typeface="+mn-lt"/>
              </a:rPr>
              <a:t>arXiv</a:t>
            </a:r>
            <a:r>
              <a:rPr lang="en-US" sz="1600" dirty="0">
                <a:latin typeface="+mn-lt"/>
              </a:rPr>
              <a:t> preprint arXiv:1503.02531 (2015).</a:t>
            </a:r>
          </a:p>
          <a:p>
            <a:pPr marL="457200" indent="-457200" algn="just">
              <a:buFont typeface="+mj-lt"/>
              <a:buAutoNum type="arabicPeriod"/>
            </a:pPr>
            <a:r>
              <a:rPr lang="en-US" sz="1600" dirty="0">
                <a:latin typeface="+mn-lt"/>
              </a:rPr>
              <a:t>Li, Ying, et al. "Deep knowledge distillation: A self-mutual learning framework for traffic prediction." Expert Systems with Applications 252 (2024): 124138.</a:t>
            </a:r>
          </a:p>
          <a:p>
            <a:pPr marL="457200" indent="-457200" algn="just">
              <a:buFont typeface="+mj-lt"/>
              <a:buAutoNum type="arabicPeriod"/>
            </a:pPr>
            <a:r>
              <a:rPr lang="en-US" sz="1600" dirty="0">
                <a:latin typeface="+mn-lt"/>
              </a:rPr>
              <a:t>Izadi, Mohammad, Mehran </a:t>
            </a:r>
            <a:r>
              <a:rPr lang="en-US" sz="1600" dirty="0" err="1">
                <a:latin typeface="+mn-lt"/>
              </a:rPr>
              <a:t>Safayani</a:t>
            </a:r>
            <a:r>
              <a:rPr lang="en-US" sz="1600" dirty="0">
                <a:latin typeface="+mn-lt"/>
              </a:rPr>
              <a:t>, and </a:t>
            </a:r>
            <a:r>
              <a:rPr lang="en-US" sz="1600" dirty="0" err="1">
                <a:latin typeface="+mn-lt"/>
              </a:rPr>
              <a:t>Abdolreza</a:t>
            </a:r>
            <a:r>
              <a:rPr lang="en-US" sz="1600" dirty="0">
                <a:latin typeface="+mn-lt"/>
              </a:rPr>
              <a:t> </a:t>
            </a:r>
            <a:r>
              <a:rPr lang="en-US" sz="1600" dirty="0" err="1">
                <a:latin typeface="+mn-lt"/>
              </a:rPr>
              <a:t>Mirzaei</a:t>
            </a:r>
            <a:r>
              <a:rPr lang="en-US" sz="1600" dirty="0">
                <a:latin typeface="+mn-lt"/>
              </a:rPr>
              <a:t>. "Knowledge Distillation on Spatial-Temporal Graph Convolutional Network for Traffic Prediction." </a:t>
            </a:r>
            <a:r>
              <a:rPr lang="en-US" sz="1600" dirty="0" err="1">
                <a:latin typeface="+mn-lt"/>
              </a:rPr>
              <a:t>arXiv</a:t>
            </a:r>
            <a:r>
              <a:rPr lang="en-US" sz="1600" dirty="0">
                <a:latin typeface="+mn-lt"/>
              </a:rPr>
              <a:t> preprint arXiv:2401.11798 (2024).</a:t>
            </a:r>
          </a:p>
          <a:p>
            <a:pPr marL="457200" indent="-457200" algn="just">
              <a:buFont typeface="+mj-lt"/>
              <a:buAutoNum type="arabicPeriod"/>
            </a:pPr>
            <a:endParaRPr lang="en-US" sz="1600" dirty="0">
              <a:latin typeface="+mn-lt"/>
            </a:endParaRPr>
          </a:p>
          <a:p>
            <a:pPr marL="457200" indent="-457200" algn="just">
              <a:buFont typeface="+mj-lt"/>
              <a:buAutoNum type="arabicPeriod"/>
            </a:pPr>
            <a:endParaRPr lang="en-US" sz="1600" dirty="0">
              <a:latin typeface="+mn-lt"/>
            </a:endParaRPr>
          </a:p>
          <a:p>
            <a:pPr marL="457200" indent="-457200" algn="just">
              <a:buFont typeface="+mj-lt"/>
              <a:buAutoNum type="arabicPeriod"/>
            </a:pPr>
            <a:endParaRPr lang="en-US" sz="1600" dirty="0">
              <a:latin typeface="+mn-lt"/>
            </a:endParaRPr>
          </a:p>
          <a:p>
            <a:pPr marL="457200" indent="-457200" algn="just">
              <a:buFont typeface="+mj-lt"/>
              <a:buAutoNum type="arabicPeriod"/>
            </a:pPr>
            <a:endParaRPr lang="en-US" sz="1600" dirty="0">
              <a:latin typeface="+mn-lt"/>
            </a:endParaRPr>
          </a:p>
          <a:p>
            <a:pPr marL="457200" indent="-457200" algn="just">
              <a:buFont typeface="+mj-lt"/>
              <a:buAutoNum type="arabicPeriod"/>
            </a:pPr>
            <a:endParaRPr lang="en-US" sz="1600" dirty="0">
              <a:latin typeface="+mn-lt"/>
            </a:endParaRPr>
          </a:p>
          <a:p>
            <a:pPr marL="457200" indent="-457200" algn="just">
              <a:buFont typeface="+mj-lt"/>
              <a:buAutoNum type="arabicPeriod"/>
            </a:pPr>
            <a:endParaRPr lang="en-US" sz="1600" dirty="0">
              <a:latin typeface="+mn-lt"/>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52</a:t>
            </a:fld>
            <a:endParaRPr lang="en-US" altLang="fr-FR"/>
          </a:p>
        </p:txBody>
      </p:sp>
      <p:sp>
        <p:nvSpPr>
          <p:cNvPr id="15" name="AutoShape 2"/>
          <p:cNvSpPr>
            <a:spLocks noChangeArrowheads="1"/>
          </p:cNvSpPr>
          <p:nvPr/>
        </p:nvSpPr>
        <p:spPr bwMode="auto">
          <a:xfrm>
            <a:off x="1174070" y="469900"/>
            <a:ext cx="7893730"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3200" b="1" dirty="0">
                <a:latin typeface="+mn-lt"/>
              </a:rPr>
              <a:t>References</a:t>
            </a:r>
          </a:p>
        </p:txBody>
      </p:sp>
    </p:spTree>
    <p:extLst>
      <p:ext uri="{BB962C8B-B14F-4D97-AF65-F5344CB8AC3E}">
        <p14:creationId xmlns:p14="http://schemas.microsoft.com/office/powerpoint/2010/main" val="44833502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p:nvPr/>
        </p:nvSpPr>
        <p:spPr>
          <a:xfrm>
            <a:off x="7404100" y="3659188"/>
            <a:ext cx="1474788" cy="328612"/>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0" name="Rectangle 9"/>
          <p:cNvSpPr/>
          <p:nvPr/>
        </p:nvSpPr>
        <p:spPr>
          <a:xfrm>
            <a:off x="976313" y="2528888"/>
            <a:ext cx="431800" cy="1200150"/>
          </a:xfrm>
          <a:prstGeom prst="rect">
            <a:avLst/>
          </a:prstGeom>
          <a:solidFill>
            <a:srgbClr val="99CC99"/>
          </a:solidFill>
          <a:ln>
            <a:solidFill>
              <a:srgbClr val="99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pic>
        <p:nvPicPr>
          <p:cNvPr id="29700" name="Picture 5"/>
          <p:cNvPicPr>
            <a:picLocks noChangeAspect="1"/>
          </p:cNvPicPr>
          <p:nvPr/>
        </p:nvPicPr>
        <p:blipFill>
          <a:blip r:embed="rId3">
            <a:extLst>
              <a:ext uri="{28A0092B-C50C-407E-A947-70E740481C1C}">
                <a14:useLocalDpi xmlns:a14="http://schemas.microsoft.com/office/drawing/2010/main" val="0"/>
              </a:ext>
            </a:extLst>
          </a:blip>
          <a:srcRect l="26489" t="36324" r="69736" b="16409"/>
          <a:stretch>
            <a:fillRect/>
          </a:stretch>
        </p:blipFill>
        <p:spPr bwMode="auto">
          <a:xfrm>
            <a:off x="0" y="0"/>
            <a:ext cx="647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62000" y="266700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Rectangle 8"/>
          <p:cNvSpPr/>
          <p:nvPr/>
        </p:nvSpPr>
        <p:spPr>
          <a:xfrm>
            <a:off x="3289300" y="3778250"/>
            <a:ext cx="5718175" cy="90488"/>
          </a:xfrm>
          <a:prstGeom prst="rect">
            <a:avLst/>
          </a:prstGeom>
          <a:solidFill>
            <a:srgbClr val="003366"/>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9703" name="AutoShape 2"/>
          <p:cNvSpPr>
            <a:spLocks noChangeArrowheads="1"/>
          </p:cNvSpPr>
          <p:nvPr/>
        </p:nvSpPr>
        <p:spPr bwMode="auto">
          <a:xfrm>
            <a:off x="2019300" y="2968625"/>
            <a:ext cx="6238875" cy="628650"/>
          </a:xfrm>
          <a:prstGeom prst="roundRect">
            <a:avLst>
              <a:gd name="adj" fmla="val 5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pPr algn="ctr" eaLnBrk="1" hangingPunct="1">
              <a:lnSpc>
                <a:spcPct val="90000"/>
              </a:lnSpc>
              <a:spcBef>
                <a:spcPct val="0"/>
              </a:spcBef>
              <a:buClrTx/>
              <a:buSzTx/>
              <a:buFontTx/>
              <a:buNone/>
            </a:pPr>
            <a:r>
              <a:rPr lang="en-US" altLang="fr-FR" sz="2400" b="1" dirty="0">
                <a:latin typeface="+mn-lt"/>
              </a:rPr>
              <a:t>Thank you</a:t>
            </a:r>
          </a:p>
        </p:txBody>
      </p:sp>
      <p:sp>
        <p:nvSpPr>
          <p:cNvPr id="12" name="Rectangle 11"/>
          <p:cNvSpPr/>
          <p:nvPr/>
        </p:nvSpPr>
        <p:spPr>
          <a:xfrm>
            <a:off x="5137150" y="4577040"/>
            <a:ext cx="3870325" cy="369332"/>
          </a:xfrm>
          <a:prstGeom prst="rect">
            <a:avLst/>
          </a:prstGeom>
        </p:spPr>
        <p:txBody>
          <a:bodyPr wrap="square">
            <a:spAutoFit/>
          </a:bodyPr>
          <a:lstStyle/>
          <a:p>
            <a:pPr marL="800100" lvl="1" indent="-342900" algn="just" eaLnBrk="1" hangingPunct="1">
              <a:spcBef>
                <a:spcPct val="20000"/>
              </a:spcBef>
              <a:spcAft>
                <a:spcPts val="600"/>
              </a:spcAft>
              <a:buClr>
                <a:srgbClr val="006666"/>
              </a:buClr>
              <a:buSzPct val="75000"/>
              <a:buFont typeface="Wingdings" panose="05000000000000000000" pitchFamily="2" charset="2"/>
              <a:buChar char="l"/>
              <a:defRPr/>
            </a:pPr>
            <a:endParaRPr lang="en-GB" dirty="0"/>
          </a:p>
        </p:txBody>
      </p:sp>
      <p:sp>
        <p:nvSpPr>
          <p:cNvPr id="3" name="Slide Number Placeholder 2"/>
          <p:cNvSpPr>
            <a:spLocks noGrp="1"/>
          </p:cNvSpPr>
          <p:nvPr>
            <p:ph type="sldNum" sz="quarter" idx="12"/>
          </p:nvPr>
        </p:nvSpPr>
        <p:spPr/>
        <p:txBody>
          <a:bodyPr/>
          <a:lstStyle/>
          <a:p>
            <a:fld id="{E24A3F48-4BEB-419F-8140-9D43502AEF49}" type="slidenum">
              <a:rPr lang="en-US" altLang="fr-FR" smtClean="0"/>
              <a:t>53</a:t>
            </a:fld>
            <a:endParaRPr lang="en-US" altLang="fr-FR"/>
          </a:p>
        </p:txBody>
      </p:sp>
    </p:spTree>
    <p:extLst>
      <p:ext uri="{BB962C8B-B14F-4D97-AF65-F5344CB8AC3E}">
        <p14:creationId xmlns:p14="http://schemas.microsoft.com/office/powerpoint/2010/main" val="18516202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fr-FR"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fr-FR" sz="1800" b="0" i="0" u="none" strike="noStrike" cap="none" normalizeH="0" baseline="0" smtClean="0">
            <a:ln>
              <a:noFill/>
            </a:ln>
            <a:solidFill>
              <a:schemeClr val="tx1"/>
            </a:solidFill>
            <a:effectLst/>
            <a:latin typeface="Arial" panose="020B0604020202020204" pitchFamily="34" charset="0"/>
          </a:defRPr>
        </a:defPPr>
      </a:lstStyle>
    </a:lnDef>
    <a:txDef>
      <a:spPr>
        <a:blipFill rotWithShape="0">
          <a:blip xmlns:r="http://schemas.openxmlformats.org/officeDocument/2006/relationships" r:embed="rId1"/>
          <a:stretch>
            <a:fillRect l="-8424" t="-222785" b="-325316"/>
          </a:stretch>
        </a:blipFill>
      </a:spPr>
      <a:bodyPr/>
      <a:lstStyle>
        <a:defPPr>
          <a:defRPr>
            <a:noFill/>
          </a:defRPr>
        </a:defPPr>
      </a:lstStyle>
    </a:tx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4025</TotalTime>
  <Words>3176</Words>
  <Application>Microsoft Office PowerPoint</Application>
  <PresentationFormat>On-screen Show (4:3)</PresentationFormat>
  <Paragraphs>404</Paragraphs>
  <Slides>53</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Cambria Math</vt:lpstr>
      <vt:lpstr>Times New Roman</vt:lpstr>
      <vt:lpstr>Wingdings</vt:lpstr>
      <vt:lpstr>Capsules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Network Talk</dc:title>
  <dc:creator>zhihui chen</dc:creator>
  <cp:lastModifiedBy>Batoul </cp:lastModifiedBy>
  <cp:revision>988</cp:revision>
  <dcterms:created xsi:type="dcterms:W3CDTF">2004-08-31T18:44:00Z</dcterms:created>
  <dcterms:modified xsi:type="dcterms:W3CDTF">2026-05-23T17:59:36Z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1033-11.2.0.10078</vt:lpwstr>
  </property>
</Properties>
</file>